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80"/>
    <p:restoredTop sz="94666"/>
  </p:normalViewPr>
  <p:slideViewPr>
    <p:cSldViewPr snapToObjects="1">
      <p:cViewPr>
        <p:scale>
          <a:sx n="100" d="100"/>
          <a:sy n="100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D7B2-9B22-FA4F-8EC2-4B9033C6D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16E1C-63D7-5847-AA1D-012878EF6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08544-6D88-414B-8A00-B447B460F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209A-2E18-2D40-B774-1A2E285EB09A}" type="datetimeFigureOut">
              <a:rPr lang="en-US" smtClean="0"/>
              <a:t>8/25/19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8FF25-1381-BE49-8E64-BEA90C193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F9183-E4CF-2E47-B326-547FE4BE6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89C96-44E8-E441-A379-4C6782F5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7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18E7-E32F-5D4D-BCFF-D34B3F88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69F7D-7E56-124E-A5DE-5D85DF6CC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BCAF9-3A9E-3B4B-A0FD-E6F71B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209A-2E18-2D40-B774-1A2E285EB09A}" type="datetimeFigureOut">
              <a:rPr lang="en-US" smtClean="0"/>
              <a:t>8/25/19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1637E-FCC7-244C-98C8-C2AD7212C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86ED0-96E8-A64A-886F-634DCA47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89C96-44E8-E441-A379-4C6782F5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5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BA2B3-2C24-9A46-9040-BD7C810A2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B5D3-2C79-B643-A7D7-0CE506951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21F59-6D4C-124E-A81E-A361AA368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209A-2E18-2D40-B774-1A2E285EB09A}" type="datetimeFigureOut">
              <a:rPr lang="en-US" smtClean="0"/>
              <a:t>8/25/19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83C7C-5EC0-FA49-B43D-B5D13DE1C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E29E9-7F4A-1D40-BA34-B1A2C558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89C96-44E8-E441-A379-4C6782F5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0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BA9C3-00B1-1D48-B79A-262BD085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C3777-8BD5-1F47-834C-B7C142631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901B6-A6C3-484B-A93F-D85CB944B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A6B31-13C1-444B-8CC6-2673A240E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209A-2E18-2D40-B774-1A2E285EB09A}" type="datetimeFigureOut">
              <a:rPr lang="en-US" smtClean="0"/>
              <a:t>8/25/19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5772E-36F4-2B45-8FF9-9F0AFA6C2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8DA9E-2437-8541-8E22-A3107F22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89C96-44E8-E441-A379-4C6782F5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57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79149-2FF9-4249-8463-561E1D1A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23813-D2B1-B947-BB0E-09DD58303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04835-473B-1142-BA3A-278B69FE0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DD3244-E3B4-CB41-BF1E-68133C7F4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C3D468-746E-D540-BEEF-A1D9E2279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4B0A0-2B89-2743-B87F-B0E3B1F9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209A-2E18-2D40-B774-1A2E285EB09A}" type="datetimeFigureOut">
              <a:rPr lang="en-US" smtClean="0"/>
              <a:t>8/25/19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D68C2C-59FE-F148-8A51-2AACF8B1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CAADEC-D419-4D4D-B445-8910C2A18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89C96-44E8-E441-A379-4C6782F5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20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C9BD3-730E-3545-A79F-700D1F53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C1C910-62B0-F548-84D4-B4CAF4A4F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209A-2E18-2D40-B774-1A2E285EB09A}" type="datetimeFigureOut">
              <a:rPr lang="en-US" smtClean="0"/>
              <a:t>8/25/19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BADA9-CC66-704C-AF93-CB88A1025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ECA52-1A9B-B24A-B354-EEAD462C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89C96-44E8-E441-A379-4C6782F5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72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CD965-9362-C945-8FE3-9D30B7B29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209A-2E18-2D40-B774-1A2E285EB09A}" type="datetimeFigureOut">
              <a:rPr lang="en-US" smtClean="0"/>
              <a:t>8/25/19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095518-DA64-F340-8DAD-F0C230AC0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7068D-D39B-764F-8FB8-CCF707719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89C96-44E8-E441-A379-4C6782F5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7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75C2-2BDC-B849-B8F8-26AA775D9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14C8F-80C4-AE48-BCB4-486E19D7B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9A2D0-8DCF-B044-A426-1F6249CC3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3D3C8-D921-6E45-BB04-1F0B1F2C2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209A-2E18-2D40-B774-1A2E285EB09A}" type="datetimeFigureOut">
              <a:rPr lang="en-US" smtClean="0"/>
              <a:t>8/25/19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D3513-54BD-F846-883A-8E16063A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4D534-5079-2F46-898D-93F2AB98D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89C96-44E8-E441-A379-4C6782F5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36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9B5A0-C7F2-A040-AD01-98FF1F482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2CD766-FBA1-1240-8918-CA870B2162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A9ABC-351B-A644-AB5E-05A43028B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9D399-C167-AC44-B277-1993E58F9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209A-2E18-2D40-B774-1A2E285EB09A}" type="datetimeFigureOut">
              <a:rPr lang="en-US" smtClean="0"/>
              <a:t>8/25/19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2F7D7-33C0-6544-934A-902BA93C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79E11-B631-A641-B29B-A7A81936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89C96-44E8-E441-A379-4C6782F5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29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CABC-5582-9C44-B7F5-89211D904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01AA0-2761-CE49-9129-27A1D83BB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F7690-1C35-E541-B0D0-F3B0AD26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209A-2E18-2D40-B774-1A2E285EB09A}" type="datetimeFigureOut">
              <a:rPr lang="en-US" smtClean="0"/>
              <a:t>8/25/19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50A9D-62CB-254B-81F5-64E21D80D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90A7D-E562-7046-8D59-9D9FCAB1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89C96-44E8-E441-A379-4C6782F5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24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2A21B7-1F6B-724A-96CD-633DD3B164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BDE6A-A153-324E-92D8-56D5E5000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3D86E-7DFA-814F-8258-DE12C48E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209A-2E18-2D40-B774-1A2E285EB09A}" type="datetimeFigureOut">
              <a:rPr lang="en-US" smtClean="0"/>
              <a:t>8/25/19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AAEDD-6762-1F42-8791-9E38733A7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D5AED-09BA-DD43-8291-69865B447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89C96-44E8-E441-A379-4C6782F5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85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289B9E-BCBD-6A4F-BF65-EED03068D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B12D2-BFD9-0342-8ADF-4C0ABB3D4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5B562-5246-5547-9EA0-01B341D0D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F209A-2E18-2D40-B774-1A2E285EB09A}" type="datetimeFigureOut">
              <a:rPr lang="en-US" smtClean="0"/>
              <a:t>8/25/19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BC59A-437D-E44B-85DB-B23DBD1F5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C2F2B-6114-2E4D-A45C-94153C3A5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89C96-44E8-E441-A379-4C6782F5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7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57">
            <a:extLst>
              <a:ext uri="{FF2B5EF4-FFF2-40B4-BE49-F238E27FC236}">
                <a16:creationId xmlns:a16="http://schemas.microsoft.com/office/drawing/2014/main" id="{3EB11706-CE8B-C448-A34C-872C8F4A4CBF}"/>
              </a:ext>
            </a:extLst>
          </p:cNvPr>
          <p:cNvSpPr txBox="1"/>
          <p:nvPr/>
        </p:nvSpPr>
        <p:spPr>
          <a:xfrm>
            <a:off x="6705600" y="457200"/>
            <a:ext cx="19048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bands</a:t>
            </a:r>
          </a:p>
          <a:p>
            <a:r>
              <a:rPr lang="en-US" dirty="0"/>
              <a:t>10 rows</a:t>
            </a:r>
          </a:p>
          <a:p>
            <a:r>
              <a:rPr lang="en-US" dirty="0"/>
              <a:t>4 samples per row</a:t>
            </a:r>
          </a:p>
        </p:txBody>
      </p:sp>
      <p:grpSp>
        <p:nvGrpSpPr>
          <p:cNvPr id="522" name="Group 521">
            <a:extLst>
              <a:ext uri="{FF2B5EF4-FFF2-40B4-BE49-F238E27FC236}">
                <a16:creationId xmlns:a16="http://schemas.microsoft.com/office/drawing/2014/main" id="{20E110FD-AF7D-4B49-8952-C58CF38BBD2E}"/>
              </a:ext>
            </a:extLst>
          </p:cNvPr>
          <p:cNvGrpSpPr/>
          <p:nvPr/>
        </p:nvGrpSpPr>
        <p:grpSpPr>
          <a:xfrm>
            <a:off x="533400" y="533400"/>
            <a:ext cx="5703333" cy="4567683"/>
            <a:chOff x="533400" y="533400"/>
            <a:chExt cx="5703333" cy="4567683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631E0C0-AA24-2347-BF45-BCD790015601}"/>
                </a:ext>
              </a:extLst>
            </p:cNvPr>
            <p:cNvGrpSpPr/>
            <p:nvPr/>
          </p:nvGrpSpPr>
          <p:grpSpPr>
            <a:xfrm>
              <a:off x="1371600" y="1295400"/>
              <a:ext cx="1143000" cy="228600"/>
              <a:chOff x="4648200" y="2743200"/>
              <a:chExt cx="1143000" cy="22860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3515DCE-8A1C-7E45-A738-7BA4F8213330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883DD8E-D31F-9A41-9561-D30F94DC202A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E1C9FB5-7AB8-5E44-9C99-D20C89328963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547426C-C285-0645-8EF2-207034D35539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B9D3CB-387D-0645-85AE-9C5491846DB8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06EB82AB-246B-BC42-A5A6-BB0CA9B38B49}"/>
                </a:ext>
              </a:extLst>
            </p:cNvPr>
            <p:cNvGrpSpPr/>
            <p:nvPr/>
          </p:nvGrpSpPr>
          <p:grpSpPr>
            <a:xfrm>
              <a:off x="2590800" y="1295400"/>
              <a:ext cx="1143000" cy="228600"/>
              <a:chOff x="4648200" y="2743200"/>
              <a:chExt cx="1143000" cy="228600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585107BB-52C2-764D-AA65-ABE389EDCAE5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698FBDEB-61FA-2646-94D2-E41F4F22ACA1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5C1A2421-AF6D-C64D-BB57-AF4A1D87CD9E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774AD280-9E3B-5142-B7D0-AE2ADB538B82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5DD64C50-79F5-7544-B5F3-7AF7AFAFD86B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CDAAEE57-0336-9A48-8294-5B6BE32D8F9A}"/>
                </a:ext>
              </a:extLst>
            </p:cNvPr>
            <p:cNvGrpSpPr/>
            <p:nvPr/>
          </p:nvGrpSpPr>
          <p:grpSpPr>
            <a:xfrm>
              <a:off x="3810000" y="1295400"/>
              <a:ext cx="1143000" cy="228600"/>
              <a:chOff x="4648200" y="2743200"/>
              <a:chExt cx="1143000" cy="228600"/>
            </a:xfrm>
          </p:grpSpPr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896177DC-ECD2-7D47-84B3-AB790E51C80B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CE487E01-7FE4-7D4C-8E5D-2DCC62423E9F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327C6388-2B3D-8B4F-B7B7-A0A7C3829DF1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43051A79-82A4-1046-80D5-8FAE47748526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344A340B-E040-234F-A19A-C5583BB5795E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F8244902-E994-A847-8D14-80B55759FE13}"/>
                </a:ext>
              </a:extLst>
            </p:cNvPr>
            <p:cNvGrpSpPr/>
            <p:nvPr/>
          </p:nvGrpSpPr>
          <p:grpSpPr>
            <a:xfrm>
              <a:off x="5029200" y="1295400"/>
              <a:ext cx="1143000" cy="228600"/>
              <a:chOff x="4648200" y="2743200"/>
              <a:chExt cx="1143000" cy="228600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8AC48C1D-F077-9847-98BA-53947727DB68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A89A887C-1CA3-1C46-8BA1-42213B7DC525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ABD2FCEE-81CD-A34E-B2E7-63BE19EF3DE1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01480FB0-F405-B843-85FA-858125262F29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684766E9-A6BA-3248-BFB8-4D211FDC6FBA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3DEDBCE9-50C9-3A4C-8D75-042E25CEA027}"/>
                </a:ext>
              </a:extLst>
            </p:cNvPr>
            <p:cNvGrpSpPr/>
            <p:nvPr/>
          </p:nvGrpSpPr>
          <p:grpSpPr>
            <a:xfrm>
              <a:off x="1371600" y="1600200"/>
              <a:ext cx="1143000" cy="228600"/>
              <a:chOff x="4648200" y="2743200"/>
              <a:chExt cx="1143000" cy="228600"/>
            </a:xfrm>
          </p:grpSpPr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1141EB54-B2C8-D74A-AB47-7AAE26C233E4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F0A6412B-9FDC-224B-8134-4D7D1BE07B30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71A4B4A0-830E-3A49-AB08-C018CF3C6491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5FBEE72D-5C45-3A4B-8921-7F463FF0D103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B8C2F666-1841-5448-8B45-F020EB6039FA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0D311961-F74D-5649-9E5E-F9570B9806F9}"/>
                </a:ext>
              </a:extLst>
            </p:cNvPr>
            <p:cNvGrpSpPr/>
            <p:nvPr/>
          </p:nvGrpSpPr>
          <p:grpSpPr>
            <a:xfrm>
              <a:off x="2590800" y="1600200"/>
              <a:ext cx="1143000" cy="228600"/>
              <a:chOff x="4648200" y="2743200"/>
              <a:chExt cx="1143000" cy="228600"/>
            </a:xfrm>
          </p:grpSpPr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172ACA7E-1655-6346-BFB1-5DE0B6F7F4E0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7BD41C6B-51FB-A94F-8E45-F4292695B27E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E97AF6B4-56F1-0945-888E-787F08FF7E35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1372C4BD-3DB5-5E47-BDCB-0E790A63629D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058A631B-5545-A540-9023-F785AC9EEDC6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17FB820C-D049-F048-B5D1-B71AA3C2E8D7}"/>
                </a:ext>
              </a:extLst>
            </p:cNvPr>
            <p:cNvGrpSpPr/>
            <p:nvPr/>
          </p:nvGrpSpPr>
          <p:grpSpPr>
            <a:xfrm>
              <a:off x="3810000" y="1600200"/>
              <a:ext cx="1143000" cy="228600"/>
              <a:chOff x="4648200" y="2743200"/>
              <a:chExt cx="1143000" cy="228600"/>
            </a:xfrm>
          </p:grpSpPr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22367BAD-7EDA-A34F-A4D2-5B0C8EC97BD9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4DE91894-C372-F341-9479-9F2D6196C1FE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F8472636-33AF-5946-87A5-113A595BDDD5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F94DCC1E-E63B-4D40-A126-02DCC9905496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2F5DCA1F-E23F-1E4B-8A9C-3C9C24A79483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id="{A8410690-0090-2946-803B-C92229E91BBC}"/>
                </a:ext>
              </a:extLst>
            </p:cNvPr>
            <p:cNvGrpSpPr/>
            <p:nvPr/>
          </p:nvGrpSpPr>
          <p:grpSpPr>
            <a:xfrm>
              <a:off x="5029200" y="1600200"/>
              <a:ext cx="1143000" cy="228600"/>
              <a:chOff x="4648200" y="2743200"/>
              <a:chExt cx="1143000" cy="228600"/>
            </a:xfrm>
          </p:grpSpPr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4200BF95-6BD6-8944-882C-28C028D9D502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7631BF24-D14C-E54C-AE8C-EE552E89E181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E4A5CE00-B170-4244-9AE1-98CF7381BC7F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CBD5E101-AAA5-B447-B6B7-A3806C7615E3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BBCB22A5-2F60-8444-8B33-249073D190BD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215FB43C-07BC-494B-8A0D-460B97DC096F}"/>
                </a:ext>
              </a:extLst>
            </p:cNvPr>
            <p:cNvGrpSpPr/>
            <p:nvPr/>
          </p:nvGrpSpPr>
          <p:grpSpPr>
            <a:xfrm>
              <a:off x="1371600" y="1905000"/>
              <a:ext cx="1143000" cy="228600"/>
              <a:chOff x="4648200" y="2743200"/>
              <a:chExt cx="1143000" cy="228600"/>
            </a:xfrm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F9E175E8-9E70-9A4F-B23B-A035302C684E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AC388623-5C3A-654C-BB1C-C3F8D8E0D4F3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98B1046C-A582-2E40-8556-9C79D0EB2085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A907D7E9-8DF5-6049-9543-8CE1D9FA4F15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231FB917-565B-EF44-9481-FD4590A73026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CC69FBFB-A07D-B644-8CB6-995D0470D2B8}"/>
                </a:ext>
              </a:extLst>
            </p:cNvPr>
            <p:cNvGrpSpPr/>
            <p:nvPr/>
          </p:nvGrpSpPr>
          <p:grpSpPr>
            <a:xfrm>
              <a:off x="2590800" y="1905000"/>
              <a:ext cx="1143000" cy="228600"/>
              <a:chOff x="4648200" y="2743200"/>
              <a:chExt cx="1143000" cy="228600"/>
            </a:xfrm>
          </p:grpSpPr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7A0931A5-621B-6E42-AB5A-90FC7F11E488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04006848-15D3-0C44-9B99-E83D30966D01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AEB9F81D-1950-E54E-BB9D-141EBA19592B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56765F6A-90E7-8941-AB2B-C16ED07DCD5E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ADC1D8D2-E2F9-B74C-9C0C-354BEEB8B74A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409720E4-0D52-314D-B703-9C2592A60DC0}"/>
                </a:ext>
              </a:extLst>
            </p:cNvPr>
            <p:cNvGrpSpPr/>
            <p:nvPr/>
          </p:nvGrpSpPr>
          <p:grpSpPr>
            <a:xfrm>
              <a:off x="3810000" y="1905000"/>
              <a:ext cx="1143000" cy="228600"/>
              <a:chOff x="4648200" y="2743200"/>
              <a:chExt cx="1143000" cy="228600"/>
            </a:xfrm>
          </p:grpSpPr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0680D87F-02A5-1347-BAC1-C48F8904D8C1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5220CB93-905E-5345-A51C-84AFFA1F25AE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2A5C2FF8-4542-5F43-8A1D-DE9E6412D8C2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F4618AD1-04D6-F642-A709-B677C634EE3D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0A33973F-7A08-C243-A27A-DB698AD98699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D412FA6C-1D1E-8C46-AAB1-E85F1FB9F505}"/>
                </a:ext>
              </a:extLst>
            </p:cNvPr>
            <p:cNvGrpSpPr/>
            <p:nvPr/>
          </p:nvGrpSpPr>
          <p:grpSpPr>
            <a:xfrm>
              <a:off x="5029200" y="1905000"/>
              <a:ext cx="1143000" cy="228600"/>
              <a:chOff x="4648200" y="2743200"/>
              <a:chExt cx="1143000" cy="228600"/>
            </a:xfrm>
          </p:grpSpPr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22D61F49-353D-3246-BEDE-D51F116A3956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5647EFE5-0E44-C548-8E0A-78AF5242333B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A851E43A-0B9F-EE43-9086-8B42B00C6C85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4AB95F60-9BB9-9446-8053-241585205C02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31E45DF8-C1E5-5949-8DA0-C0A6C3D06D87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66BB3EB3-F43D-6A4A-B78A-C4123DFBBF1A}"/>
                </a:ext>
              </a:extLst>
            </p:cNvPr>
            <p:cNvGrpSpPr/>
            <p:nvPr/>
          </p:nvGrpSpPr>
          <p:grpSpPr>
            <a:xfrm>
              <a:off x="1371600" y="2209800"/>
              <a:ext cx="1143000" cy="228600"/>
              <a:chOff x="4648200" y="2743200"/>
              <a:chExt cx="1143000" cy="228600"/>
            </a:xfrm>
          </p:grpSpPr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33868F0F-FC5E-E54C-9D12-360553CD6470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D889FB67-E872-D24E-8584-0B9CE7BC6EE9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C6C7626-BBE2-8C41-B938-C6C3C5DB6092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F678BF79-5D26-A64F-ACB6-019632EE3B2F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756266B8-E393-2049-8DF3-873745DC0970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2FFF165F-A287-F944-9DE7-B61089E0049E}"/>
                </a:ext>
              </a:extLst>
            </p:cNvPr>
            <p:cNvGrpSpPr/>
            <p:nvPr/>
          </p:nvGrpSpPr>
          <p:grpSpPr>
            <a:xfrm>
              <a:off x="2590800" y="2209800"/>
              <a:ext cx="1143000" cy="228600"/>
              <a:chOff x="4648200" y="2743200"/>
              <a:chExt cx="1143000" cy="228600"/>
            </a:xfrm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CD55304D-6732-AB4E-83DF-DE43A3A20A4A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6174ECC8-37E9-7F4B-A28C-E22CE461B980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8F6F789E-0917-084E-B134-0B9B0CFE0DE5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0C44AEB8-5FBA-004D-B1EC-9CC9555745B3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BC93D689-986B-CF47-93D4-491F0FAEB041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616901B2-BD89-2943-8715-43849B7F8C2D}"/>
                </a:ext>
              </a:extLst>
            </p:cNvPr>
            <p:cNvGrpSpPr/>
            <p:nvPr/>
          </p:nvGrpSpPr>
          <p:grpSpPr>
            <a:xfrm>
              <a:off x="3810000" y="2209800"/>
              <a:ext cx="1143000" cy="228600"/>
              <a:chOff x="4648200" y="2743200"/>
              <a:chExt cx="1143000" cy="228600"/>
            </a:xfrm>
          </p:grpSpPr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5E4115F4-1BD2-B545-9DB5-10D0F49E56D1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4C1FDAA3-E8D4-F241-B046-9E70B36EF2CD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1" name="Rectangle 340">
                <a:extLst>
                  <a:ext uri="{FF2B5EF4-FFF2-40B4-BE49-F238E27FC236}">
                    <a16:creationId xmlns:a16="http://schemas.microsoft.com/office/drawing/2014/main" id="{D700DA39-2B60-A14A-BE5A-64EFEE35A526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ECC1C072-F376-FC43-9E42-3CDCC3C0DD7A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BE65AF2E-E2ED-314F-891C-80FFC74E617A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464FCF2D-DE1B-AD44-8F98-329A514D2623}"/>
                </a:ext>
              </a:extLst>
            </p:cNvPr>
            <p:cNvGrpSpPr/>
            <p:nvPr/>
          </p:nvGrpSpPr>
          <p:grpSpPr>
            <a:xfrm>
              <a:off x="5029200" y="2209800"/>
              <a:ext cx="1143000" cy="228600"/>
              <a:chOff x="4648200" y="2743200"/>
              <a:chExt cx="1143000" cy="228600"/>
            </a:xfrm>
          </p:grpSpPr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FF9928A4-3D3F-9842-A4AF-A08EE4603529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6" name="Rectangle 345">
                <a:extLst>
                  <a:ext uri="{FF2B5EF4-FFF2-40B4-BE49-F238E27FC236}">
                    <a16:creationId xmlns:a16="http://schemas.microsoft.com/office/drawing/2014/main" id="{854A64DF-6E53-4E4A-A87E-56FBA10D0D27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0367F680-93FA-2E43-A7E3-5F9843A03DD9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796E8395-AEAC-214A-882F-BE7500CC7CAD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CC8FDC8C-BF56-CD4A-9553-34F6D19152B7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0" name="Group 349">
              <a:extLst>
                <a:ext uri="{FF2B5EF4-FFF2-40B4-BE49-F238E27FC236}">
                  <a16:creationId xmlns:a16="http://schemas.microsoft.com/office/drawing/2014/main" id="{F32D2817-0F2F-AA45-A10B-4FCB079DD0C1}"/>
                </a:ext>
              </a:extLst>
            </p:cNvPr>
            <p:cNvGrpSpPr/>
            <p:nvPr/>
          </p:nvGrpSpPr>
          <p:grpSpPr>
            <a:xfrm>
              <a:off x="1371600" y="2514600"/>
              <a:ext cx="1143000" cy="228600"/>
              <a:chOff x="4648200" y="2743200"/>
              <a:chExt cx="1143000" cy="228600"/>
            </a:xfrm>
          </p:grpSpPr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7F186353-764C-D346-A31D-298B9827EB3B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269BFD61-FA7C-544D-9A99-2529E1BEE925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974303B1-8FC0-334E-87EE-4BB7C62BAB96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C8FEE16F-49ED-4945-B48E-E4835553E401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DB554A1F-D921-204B-8900-CA76AD8A5F08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B9862641-3148-6147-AD0E-57C21F4984A4}"/>
                </a:ext>
              </a:extLst>
            </p:cNvPr>
            <p:cNvGrpSpPr/>
            <p:nvPr/>
          </p:nvGrpSpPr>
          <p:grpSpPr>
            <a:xfrm>
              <a:off x="2590800" y="2514600"/>
              <a:ext cx="1143000" cy="228600"/>
              <a:chOff x="4648200" y="2743200"/>
              <a:chExt cx="1143000" cy="228600"/>
            </a:xfrm>
          </p:grpSpPr>
          <p:sp>
            <p:nvSpPr>
              <p:cNvPr id="357" name="Rectangle 356">
                <a:extLst>
                  <a:ext uri="{FF2B5EF4-FFF2-40B4-BE49-F238E27FC236}">
                    <a16:creationId xmlns:a16="http://schemas.microsoft.com/office/drawing/2014/main" id="{C348CF64-B135-F347-B42D-D3026FE2DA37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51552E0C-3E9A-6A4B-8A20-3B8BF726A724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D1787F3F-50AC-4740-9092-FB7D3604AC26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CE9774D1-0201-6142-8A20-FCA0F29560AD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247B4FBB-4C79-CC41-9F96-87720846A30E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11D3951E-B268-F140-92F9-07F771CAD6F8}"/>
                </a:ext>
              </a:extLst>
            </p:cNvPr>
            <p:cNvGrpSpPr/>
            <p:nvPr/>
          </p:nvGrpSpPr>
          <p:grpSpPr>
            <a:xfrm>
              <a:off x="3810000" y="2514600"/>
              <a:ext cx="1143000" cy="228600"/>
              <a:chOff x="4648200" y="2743200"/>
              <a:chExt cx="1143000" cy="228600"/>
            </a:xfrm>
          </p:grpSpPr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6F20842A-264A-704E-9BCB-707924B0F864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2FC75D1C-4794-1E4F-A937-F7DCB16AE0DB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E9BC455D-65A7-A841-8B80-D20D57832150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B0BCD4CB-4AC8-B546-94F6-B95EE058D3CF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617DF422-F64E-3E40-9819-1A4174DA2C65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3A267F6A-EFA2-6340-B151-DD86CBC320C7}"/>
                </a:ext>
              </a:extLst>
            </p:cNvPr>
            <p:cNvGrpSpPr/>
            <p:nvPr/>
          </p:nvGrpSpPr>
          <p:grpSpPr>
            <a:xfrm>
              <a:off x="5029200" y="2514600"/>
              <a:ext cx="1143000" cy="228600"/>
              <a:chOff x="4648200" y="2743200"/>
              <a:chExt cx="1143000" cy="228600"/>
            </a:xfrm>
          </p:grpSpPr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8BF98F64-C5EF-BC4C-93BA-13C71E807D95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0EF75DCE-F227-F141-93DD-D1129755042A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A234A9BE-0DB2-AA45-9B8F-C3D8C01576F8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3ABD34A3-6F24-7D49-A2F4-1C660A245A65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7D23AF81-2135-9B4D-B473-C692A8D50305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95BDE395-8FEC-A34A-9A2E-9E533DDDB3A3}"/>
                </a:ext>
              </a:extLst>
            </p:cNvPr>
            <p:cNvGrpSpPr/>
            <p:nvPr/>
          </p:nvGrpSpPr>
          <p:grpSpPr>
            <a:xfrm>
              <a:off x="1371600" y="2819400"/>
              <a:ext cx="1143000" cy="228600"/>
              <a:chOff x="4648200" y="2743200"/>
              <a:chExt cx="1143000" cy="228600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F27A6F2D-FFFE-F54E-A72A-133256CB5B51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091DFEC4-4BCC-1A47-A4FE-5DD552E23519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F47B8308-A5BD-9D4A-98E9-709C33AA7854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E662B56C-FD4B-6F49-8116-7F2AD1A523C1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CEE21311-34C2-4945-A031-580B53B4269D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904FD6-2FA4-0848-B0C1-31C5C68510D4}"/>
                </a:ext>
              </a:extLst>
            </p:cNvPr>
            <p:cNvGrpSpPr/>
            <p:nvPr/>
          </p:nvGrpSpPr>
          <p:grpSpPr>
            <a:xfrm>
              <a:off x="2590800" y="2819400"/>
              <a:ext cx="1143000" cy="228600"/>
              <a:chOff x="4648200" y="2743200"/>
              <a:chExt cx="1143000" cy="228600"/>
            </a:xfrm>
          </p:grpSpPr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35F79E92-5947-294C-ACC9-EB5B390F360E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8934FAB2-13C4-9D4C-A7FB-39727FA5C5ED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4211CB99-8EB1-DD42-A153-9F5A11C6DB6B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A9EDB4D4-DF05-7443-A0FB-76D95C88DA80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1E0264BF-B7F1-C340-BADE-D8F154319D00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6" name="Group 385">
              <a:extLst>
                <a:ext uri="{FF2B5EF4-FFF2-40B4-BE49-F238E27FC236}">
                  <a16:creationId xmlns:a16="http://schemas.microsoft.com/office/drawing/2014/main" id="{FC82C250-60BE-CD4D-B569-EA548FD0DD20}"/>
                </a:ext>
              </a:extLst>
            </p:cNvPr>
            <p:cNvGrpSpPr/>
            <p:nvPr/>
          </p:nvGrpSpPr>
          <p:grpSpPr>
            <a:xfrm>
              <a:off x="3810000" y="2819400"/>
              <a:ext cx="1143000" cy="228600"/>
              <a:chOff x="4648200" y="2743200"/>
              <a:chExt cx="1143000" cy="228600"/>
            </a:xfrm>
          </p:grpSpPr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08D2EBDD-B5E1-EA49-9E91-4E3CD3789264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119A33C7-DBBE-894C-A434-744A28E76E61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47C71DDD-1CB8-D944-BEF6-B6D818C09790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32F28BF3-CF8F-E44E-AD5C-ACF037A68985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ECF6F1F2-0EEB-C44D-B96D-5DC9C9587F1A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563C7968-7C88-7A40-B540-833D15381AF0}"/>
                </a:ext>
              </a:extLst>
            </p:cNvPr>
            <p:cNvGrpSpPr/>
            <p:nvPr/>
          </p:nvGrpSpPr>
          <p:grpSpPr>
            <a:xfrm>
              <a:off x="5029200" y="2819400"/>
              <a:ext cx="1143000" cy="228600"/>
              <a:chOff x="4648200" y="2743200"/>
              <a:chExt cx="1143000" cy="228600"/>
            </a:xfrm>
          </p:grpSpPr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3DA97F84-B91F-8243-A15D-062B70DB4C10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AF0683C9-38B8-3D44-AF90-A9FD34FB1470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43D0D832-7322-0144-9367-055DCE34782B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0565906D-63BC-824C-BD33-40A0571A5255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F93FD855-4BE8-A54C-BC4F-CE39EDFE7D3F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8" name="Group 397">
              <a:extLst>
                <a:ext uri="{FF2B5EF4-FFF2-40B4-BE49-F238E27FC236}">
                  <a16:creationId xmlns:a16="http://schemas.microsoft.com/office/drawing/2014/main" id="{B3BDCAFB-2E8D-2540-9C91-3AC2C6783A28}"/>
                </a:ext>
              </a:extLst>
            </p:cNvPr>
            <p:cNvGrpSpPr/>
            <p:nvPr/>
          </p:nvGrpSpPr>
          <p:grpSpPr>
            <a:xfrm>
              <a:off x="1371600" y="3124200"/>
              <a:ext cx="1143000" cy="228600"/>
              <a:chOff x="4648200" y="2743200"/>
              <a:chExt cx="1143000" cy="228600"/>
            </a:xfrm>
          </p:grpSpPr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74C30523-578A-0B41-9057-9FE5E17A3AF9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3920CBF1-A694-424D-9B45-C5C75663C35E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5C811F50-AC70-E947-8217-9D930322C3B5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4E7FB3DE-F80B-1B40-8313-43F1FA199F60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D6BC51F5-03AF-CB49-A59D-2552C1DAE423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4" name="Group 403">
              <a:extLst>
                <a:ext uri="{FF2B5EF4-FFF2-40B4-BE49-F238E27FC236}">
                  <a16:creationId xmlns:a16="http://schemas.microsoft.com/office/drawing/2014/main" id="{2F0E4D0C-1E4E-0247-AD7B-293A846093B8}"/>
                </a:ext>
              </a:extLst>
            </p:cNvPr>
            <p:cNvGrpSpPr/>
            <p:nvPr/>
          </p:nvGrpSpPr>
          <p:grpSpPr>
            <a:xfrm>
              <a:off x="2590800" y="3124200"/>
              <a:ext cx="1143000" cy="228600"/>
              <a:chOff x="4648200" y="2743200"/>
              <a:chExt cx="1143000" cy="228600"/>
            </a:xfrm>
          </p:grpSpPr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0BF4CC77-5273-F94E-AEA2-980EC803DF98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953D0A21-88C7-984E-9DB8-542544D8DDB5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B514F199-227D-854D-A3DE-67428C913BD5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9F666B63-AE54-DE4F-9007-C23884FECAF9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62F21017-ED7B-6F4F-90AF-2CB42D5480E9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3E813CA4-01B7-5640-96F4-A0C8F1269E58}"/>
                </a:ext>
              </a:extLst>
            </p:cNvPr>
            <p:cNvGrpSpPr/>
            <p:nvPr/>
          </p:nvGrpSpPr>
          <p:grpSpPr>
            <a:xfrm>
              <a:off x="3810000" y="3124200"/>
              <a:ext cx="1143000" cy="228600"/>
              <a:chOff x="4648200" y="2743200"/>
              <a:chExt cx="1143000" cy="228600"/>
            </a:xfrm>
          </p:grpSpPr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51F9D958-CBCA-1949-BCCC-E3B7947B736D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BE32E453-CF4C-5E4C-B3CD-08D41A277356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37942CA4-38AF-364A-9CA7-7827E0D93F55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116FE8BE-73E3-9547-9C86-7F21BB7AB958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2DD7A966-DB0F-9B42-8220-67B3402EA24F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21D0B1A5-3787-D34B-BA59-36B19B80AA2E}"/>
                </a:ext>
              </a:extLst>
            </p:cNvPr>
            <p:cNvGrpSpPr/>
            <p:nvPr/>
          </p:nvGrpSpPr>
          <p:grpSpPr>
            <a:xfrm>
              <a:off x="5029200" y="3124200"/>
              <a:ext cx="1143000" cy="228600"/>
              <a:chOff x="4648200" y="2743200"/>
              <a:chExt cx="1143000" cy="228600"/>
            </a:xfrm>
          </p:grpSpPr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C0848F2A-4480-1849-93B4-16C1A943D128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027619CB-844C-834E-A866-7FEE1B35B74E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C9EAD8DA-B322-2342-8076-F1BC91A3301A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7FC70E5E-E705-BF4B-889A-F4E7D41C7D80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5BBF7D9F-1FE6-2C46-B8BC-C199E058CA64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2" name="Group 421">
              <a:extLst>
                <a:ext uri="{FF2B5EF4-FFF2-40B4-BE49-F238E27FC236}">
                  <a16:creationId xmlns:a16="http://schemas.microsoft.com/office/drawing/2014/main" id="{2D1F0A3E-945F-5E47-9877-CF8F3C45F990}"/>
                </a:ext>
              </a:extLst>
            </p:cNvPr>
            <p:cNvGrpSpPr/>
            <p:nvPr/>
          </p:nvGrpSpPr>
          <p:grpSpPr>
            <a:xfrm>
              <a:off x="1371600" y="3429000"/>
              <a:ext cx="1143000" cy="228600"/>
              <a:chOff x="4648200" y="2743200"/>
              <a:chExt cx="1143000" cy="228600"/>
            </a:xfrm>
          </p:grpSpPr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713B6A1E-8476-EB43-B18D-AE698E72A16F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F4C1AB83-0B94-4041-A685-EF26EA2C9FAE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0DB3360D-A901-3E4D-B569-AD8747A797F1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DD800D9B-4CEB-A047-A180-43D09D7833A7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2F50B38A-E2E5-0C4E-9E66-9A105E4064EC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8" name="Group 427">
              <a:extLst>
                <a:ext uri="{FF2B5EF4-FFF2-40B4-BE49-F238E27FC236}">
                  <a16:creationId xmlns:a16="http://schemas.microsoft.com/office/drawing/2014/main" id="{999EFBC9-B999-6647-B236-DDE5E24995B5}"/>
                </a:ext>
              </a:extLst>
            </p:cNvPr>
            <p:cNvGrpSpPr/>
            <p:nvPr/>
          </p:nvGrpSpPr>
          <p:grpSpPr>
            <a:xfrm>
              <a:off x="2590800" y="3429000"/>
              <a:ext cx="1143000" cy="228600"/>
              <a:chOff x="4648200" y="2743200"/>
              <a:chExt cx="1143000" cy="228600"/>
            </a:xfrm>
          </p:grpSpPr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A680F39B-02F9-4947-84EF-4235846CCC4F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764CBC53-AA1A-E345-9C4D-AAD7048B8E95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576EC968-FFE5-BA4F-88EF-CA57D14E6739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8D699BD4-2074-8C41-818E-026365349D7C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33" name="Rectangle 432">
                <a:extLst>
                  <a:ext uri="{FF2B5EF4-FFF2-40B4-BE49-F238E27FC236}">
                    <a16:creationId xmlns:a16="http://schemas.microsoft.com/office/drawing/2014/main" id="{7F6DAEA5-C21F-DC4D-A6C7-6B55EE9D4A4E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4" name="Group 433">
              <a:extLst>
                <a:ext uri="{FF2B5EF4-FFF2-40B4-BE49-F238E27FC236}">
                  <a16:creationId xmlns:a16="http://schemas.microsoft.com/office/drawing/2014/main" id="{FE61D026-3F0E-9A4A-8E74-8D869AEDC4DA}"/>
                </a:ext>
              </a:extLst>
            </p:cNvPr>
            <p:cNvGrpSpPr/>
            <p:nvPr/>
          </p:nvGrpSpPr>
          <p:grpSpPr>
            <a:xfrm>
              <a:off x="3810000" y="3429000"/>
              <a:ext cx="1143000" cy="228600"/>
              <a:chOff x="4648200" y="2743200"/>
              <a:chExt cx="1143000" cy="228600"/>
            </a:xfrm>
          </p:grpSpPr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09E04D47-3A3B-C94B-8177-FAEE53869528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55D744DC-C19B-2640-99F5-DE77A3419816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57F68263-B201-0548-A2E2-BE0E9D793C95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C1B25A83-3906-5F4E-A2BD-73AF6EC3AED1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89E57619-ABC3-8E48-B93B-3B84AB3CB1EB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0" name="Group 439">
              <a:extLst>
                <a:ext uri="{FF2B5EF4-FFF2-40B4-BE49-F238E27FC236}">
                  <a16:creationId xmlns:a16="http://schemas.microsoft.com/office/drawing/2014/main" id="{818C93FD-35EA-834B-AA54-8B7835499267}"/>
                </a:ext>
              </a:extLst>
            </p:cNvPr>
            <p:cNvGrpSpPr/>
            <p:nvPr/>
          </p:nvGrpSpPr>
          <p:grpSpPr>
            <a:xfrm>
              <a:off x="5029200" y="3429000"/>
              <a:ext cx="1143000" cy="228600"/>
              <a:chOff x="4648200" y="2743200"/>
              <a:chExt cx="1143000" cy="228600"/>
            </a:xfrm>
          </p:grpSpPr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A254F9C7-6529-E84C-9446-4AC3A5D99601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7B67D7E5-F4FC-4F43-A462-ED1B527C1B69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267EA1ED-742E-8D46-8877-7BF73D65F0B8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ABF358F3-BE34-5C41-9A37-97831B26616D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5" name="Rectangle 444">
                <a:extLst>
                  <a:ext uri="{FF2B5EF4-FFF2-40B4-BE49-F238E27FC236}">
                    <a16:creationId xmlns:a16="http://schemas.microsoft.com/office/drawing/2014/main" id="{24ADBE4D-721C-374C-A5F6-DD79ED2F2EC8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6" name="Group 445">
              <a:extLst>
                <a:ext uri="{FF2B5EF4-FFF2-40B4-BE49-F238E27FC236}">
                  <a16:creationId xmlns:a16="http://schemas.microsoft.com/office/drawing/2014/main" id="{B84F4EA2-172F-9C45-9362-7B98CFC5B120}"/>
                </a:ext>
              </a:extLst>
            </p:cNvPr>
            <p:cNvGrpSpPr/>
            <p:nvPr/>
          </p:nvGrpSpPr>
          <p:grpSpPr>
            <a:xfrm>
              <a:off x="1371600" y="3733800"/>
              <a:ext cx="1143000" cy="228600"/>
              <a:chOff x="4648200" y="2743200"/>
              <a:chExt cx="1143000" cy="228600"/>
            </a:xfrm>
          </p:grpSpPr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D924529B-3BF9-3E48-8151-06C31FBEB8DF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90D14736-5BBC-B94E-B328-FF5EA5A2AE13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E958FB4D-244D-B647-87EA-FEB74D7C24E5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5A0403AF-2EEE-1748-94E2-BEE3866B849C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F59F967E-79AD-5049-808C-3339C3BB56B0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52" name="Group 451">
              <a:extLst>
                <a:ext uri="{FF2B5EF4-FFF2-40B4-BE49-F238E27FC236}">
                  <a16:creationId xmlns:a16="http://schemas.microsoft.com/office/drawing/2014/main" id="{70DCED6B-713A-544C-A02B-3883D747617A}"/>
                </a:ext>
              </a:extLst>
            </p:cNvPr>
            <p:cNvGrpSpPr/>
            <p:nvPr/>
          </p:nvGrpSpPr>
          <p:grpSpPr>
            <a:xfrm>
              <a:off x="2590800" y="3733800"/>
              <a:ext cx="1143000" cy="228600"/>
              <a:chOff x="4648200" y="2743200"/>
              <a:chExt cx="1143000" cy="228600"/>
            </a:xfrm>
          </p:grpSpPr>
          <p:sp>
            <p:nvSpPr>
              <p:cNvPr id="453" name="Rectangle 452">
                <a:extLst>
                  <a:ext uri="{FF2B5EF4-FFF2-40B4-BE49-F238E27FC236}">
                    <a16:creationId xmlns:a16="http://schemas.microsoft.com/office/drawing/2014/main" id="{17EF90BD-D34B-AC4C-B408-5A99CF4FBEB1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6B201635-EDE4-A040-ACA5-016507C3CBE0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55" name="Rectangle 454">
                <a:extLst>
                  <a:ext uri="{FF2B5EF4-FFF2-40B4-BE49-F238E27FC236}">
                    <a16:creationId xmlns:a16="http://schemas.microsoft.com/office/drawing/2014/main" id="{0BB66AF5-F5C8-5B4E-8945-8CE1D9704009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56" name="Rectangle 455">
                <a:extLst>
                  <a:ext uri="{FF2B5EF4-FFF2-40B4-BE49-F238E27FC236}">
                    <a16:creationId xmlns:a16="http://schemas.microsoft.com/office/drawing/2014/main" id="{843A77D0-F39D-604E-81DD-C6C5F08D5C74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57" name="Rectangle 456">
                <a:extLst>
                  <a:ext uri="{FF2B5EF4-FFF2-40B4-BE49-F238E27FC236}">
                    <a16:creationId xmlns:a16="http://schemas.microsoft.com/office/drawing/2014/main" id="{4E60A352-BA6E-8843-8349-8D39D6E3DC78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C1616EE5-AF09-B44A-A881-465D9FED6E52}"/>
                </a:ext>
              </a:extLst>
            </p:cNvPr>
            <p:cNvGrpSpPr/>
            <p:nvPr/>
          </p:nvGrpSpPr>
          <p:grpSpPr>
            <a:xfrm>
              <a:off x="3810000" y="3733800"/>
              <a:ext cx="1143000" cy="228600"/>
              <a:chOff x="4648200" y="2743200"/>
              <a:chExt cx="1143000" cy="228600"/>
            </a:xfrm>
          </p:grpSpPr>
          <p:sp>
            <p:nvSpPr>
              <p:cNvPr id="459" name="Rectangle 458">
                <a:extLst>
                  <a:ext uri="{FF2B5EF4-FFF2-40B4-BE49-F238E27FC236}">
                    <a16:creationId xmlns:a16="http://schemas.microsoft.com/office/drawing/2014/main" id="{ECF0C4A8-7C45-214E-AC98-302647947380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0" name="Rectangle 459">
                <a:extLst>
                  <a:ext uri="{FF2B5EF4-FFF2-40B4-BE49-F238E27FC236}">
                    <a16:creationId xmlns:a16="http://schemas.microsoft.com/office/drawing/2014/main" id="{04372213-7AF1-824E-8082-FC255E51FFAB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26B2C26F-9332-084C-A049-45FF4CE7EFB2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2" name="Rectangle 461">
                <a:extLst>
                  <a:ext uri="{FF2B5EF4-FFF2-40B4-BE49-F238E27FC236}">
                    <a16:creationId xmlns:a16="http://schemas.microsoft.com/office/drawing/2014/main" id="{21587151-5FD4-B34A-AE25-E2375627ACFA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3" name="Rectangle 462">
                <a:extLst>
                  <a:ext uri="{FF2B5EF4-FFF2-40B4-BE49-F238E27FC236}">
                    <a16:creationId xmlns:a16="http://schemas.microsoft.com/office/drawing/2014/main" id="{B0CF7AD9-75E0-A146-93DE-49917470764D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4" name="Group 463">
              <a:extLst>
                <a:ext uri="{FF2B5EF4-FFF2-40B4-BE49-F238E27FC236}">
                  <a16:creationId xmlns:a16="http://schemas.microsoft.com/office/drawing/2014/main" id="{05FC6FD1-5E82-874C-9F47-6C889D8AF2B5}"/>
                </a:ext>
              </a:extLst>
            </p:cNvPr>
            <p:cNvGrpSpPr/>
            <p:nvPr/>
          </p:nvGrpSpPr>
          <p:grpSpPr>
            <a:xfrm>
              <a:off x="5029200" y="3733800"/>
              <a:ext cx="1143000" cy="228600"/>
              <a:chOff x="4648200" y="2743200"/>
              <a:chExt cx="1143000" cy="228600"/>
            </a:xfrm>
          </p:grpSpPr>
          <p:sp>
            <p:nvSpPr>
              <p:cNvPr id="465" name="Rectangle 464">
                <a:extLst>
                  <a:ext uri="{FF2B5EF4-FFF2-40B4-BE49-F238E27FC236}">
                    <a16:creationId xmlns:a16="http://schemas.microsoft.com/office/drawing/2014/main" id="{D321C515-61F1-DF44-85E5-AD97A6A3DC2E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6" name="Rectangle 465">
                <a:extLst>
                  <a:ext uri="{FF2B5EF4-FFF2-40B4-BE49-F238E27FC236}">
                    <a16:creationId xmlns:a16="http://schemas.microsoft.com/office/drawing/2014/main" id="{E2373565-8666-4547-84E4-8721327B2144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7" name="Rectangle 466">
                <a:extLst>
                  <a:ext uri="{FF2B5EF4-FFF2-40B4-BE49-F238E27FC236}">
                    <a16:creationId xmlns:a16="http://schemas.microsoft.com/office/drawing/2014/main" id="{CC0E2236-7FCE-7245-9A9F-DD98EFAE32FF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B3D5021C-08C4-5E4B-A72A-46661EBE6731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B0D8EA90-21F8-5F4D-8BE5-B5EAA379E273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0" name="Group 469">
              <a:extLst>
                <a:ext uri="{FF2B5EF4-FFF2-40B4-BE49-F238E27FC236}">
                  <a16:creationId xmlns:a16="http://schemas.microsoft.com/office/drawing/2014/main" id="{FF5C2BB3-5035-FA4A-AD7B-9E6EF0799968}"/>
                </a:ext>
              </a:extLst>
            </p:cNvPr>
            <p:cNvGrpSpPr/>
            <p:nvPr/>
          </p:nvGrpSpPr>
          <p:grpSpPr>
            <a:xfrm>
              <a:off x="1371600" y="4038600"/>
              <a:ext cx="1143000" cy="228600"/>
              <a:chOff x="4648200" y="2743200"/>
              <a:chExt cx="1143000" cy="228600"/>
            </a:xfrm>
          </p:grpSpPr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9E9E490B-0434-1C4E-827A-958B7D3C5B96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096E8A5F-FAC4-D348-9B40-217ABBCA528B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73" name="Rectangle 472">
                <a:extLst>
                  <a:ext uri="{FF2B5EF4-FFF2-40B4-BE49-F238E27FC236}">
                    <a16:creationId xmlns:a16="http://schemas.microsoft.com/office/drawing/2014/main" id="{72495B4F-4901-7D44-A123-EACD7E7058FC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CDB5D270-B84C-0348-B24E-61641590A632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74226025-7672-3B46-AA4B-E5CD8C6E5E95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6852BB94-1AB3-F442-AEE2-0827B5277D7B}"/>
                </a:ext>
              </a:extLst>
            </p:cNvPr>
            <p:cNvGrpSpPr/>
            <p:nvPr/>
          </p:nvGrpSpPr>
          <p:grpSpPr>
            <a:xfrm>
              <a:off x="2590800" y="4038600"/>
              <a:ext cx="1143000" cy="228600"/>
              <a:chOff x="4648200" y="2743200"/>
              <a:chExt cx="1143000" cy="228600"/>
            </a:xfrm>
          </p:grpSpPr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5AE4F5B5-8C70-2048-A9D8-688696EAF8C1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78" name="Rectangle 477">
                <a:extLst>
                  <a:ext uri="{FF2B5EF4-FFF2-40B4-BE49-F238E27FC236}">
                    <a16:creationId xmlns:a16="http://schemas.microsoft.com/office/drawing/2014/main" id="{2DEF5403-2922-4C4A-8D6C-F14546161BA4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CDF85E98-9E9E-E440-8F41-0AB489936FB9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56E4086A-8F6C-2042-84EA-195B6828B898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C4538FA6-1020-C943-8DCD-3BB8A45326F8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83A64D9-845A-7A4A-A070-559DAF1C6C0A}"/>
                </a:ext>
              </a:extLst>
            </p:cNvPr>
            <p:cNvGrpSpPr/>
            <p:nvPr/>
          </p:nvGrpSpPr>
          <p:grpSpPr>
            <a:xfrm>
              <a:off x="3810000" y="4038600"/>
              <a:ext cx="1143000" cy="228600"/>
              <a:chOff x="4648200" y="2743200"/>
              <a:chExt cx="1143000" cy="228600"/>
            </a:xfrm>
          </p:grpSpPr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3C02C114-A05D-5848-8CFE-B828A095F56C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96EA0F42-866E-284C-B558-693BF8033EE6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9A9079F7-69B3-D24A-BC1D-A2367CEBEDB7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45921E46-66C0-1D42-8134-2B9D3743DA00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06FA6388-C2DC-7B4F-8BC2-BD73EBF5C7FD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261FB270-09E9-E94C-A1CD-C2061EF3BF00}"/>
                </a:ext>
              </a:extLst>
            </p:cNvPr>
            <p:cNvGrpSpPr/>
            <p:nvPr/>
          </p:nvGrpSpPr>
          <p:grpSpPr>
            <a:xfrm>
              <a:off x="5029200" y="4038600"/>
              <a:ext cx="1143000" cy="228600"/>
              <a:chOff x="4648200" y="2743200"/>
              <a:chExt cx="1143000" cy="228600"/>
            </a:xfrm>
          </p:grpSpPr>
          <p:sp>
            <p:nvSpPr>
              <p:cNvPr id="489" name="Rectangle 488">
                <a:extLst>
                  <a:ext uri="{FF2B5EF4-FFF2-40B4-BE49-F238E27FC236}">
                    <a16:creationId xmlns:a16="http://schemas.microsoft.com/office/drawing/2014/main" id="{0614F41B-C8DE-B54D-80B0-8F9101922B4E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2E41F96F-A04B-D14B-A106-10242CC4298B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0F1E50D4-ED27-4B44-A3EA-94798A6D41EF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2" name="Rectangle 491">
                <a:extLst>
                  <a:ext uri="{FF2B5EF4-FFF2-40B4-BE49-F238E27FC236}">
                    <a16:creationId xmlns:a16="http://schemas.microsoft.com/office/drawing/2014/main" id="{BABA8DC9-26C1-EA4C-8A36-D56FDAC4D630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006252C6-BECD-894A-AF00-8D68BC7E1491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4E7FEEB7-369B-044D-AE7F-8DE1C20590F6}"/>
                </a:ext>
              </a:extLst>
            </p:cNvPr>
            <p:cNvSpPr txBox="1"/>
            <p:nvPr/>
          </p:nvSpPr>
          <p:spPr>
            <a:xfrm>
              <a:off x="533400" y="533400"/>
              <a:ext cx="3085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BIP:  Band Interleaved by Pixel</a:t>
              </a: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id="{5CE14E8F-2E7A-594D-B44B-33D995129BF7}"/>
                </a:ext>
              </a:extLst>
            </p:cNvPr>
            <p:cNvSpPr txBox="1"/>
            <p:nvPr/>
          </p:nvSpPr>
          <p:spPr>
            <a:xfrm>
              <a:off x="1295400" y="9144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1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68BC26BA-8025-2340-8FB4-9ACEB7770BF9}"/>
                </a:ext>
              </a:extLst>
            </p:cNvPr>
            <p:cNvSpPr txBox="1"/>
            <p:nvPr/>
          </p:nvSpPr>
          <p:spPr>
            <a:xfrm>
              <a:off x="2514600" y="9144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2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430DBBC1-282D-3A40-890B-3A8164BF7F86}"/>
                </a:ext>
              </a:extLst>
            </p:cNvPr>
            <p:cNvSpPr txBox="1"/>
            <p:nvPr/>
          </p:nvSpPr>
          <p:spPr>
            <a:xfrm>
              <a:off x="533400" y="12192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4B618EA3-AA44-EF43-820B-B29F1DAD859C}"/>
                </a:ext>
              </a:extLst>
            </p:cNvPr>
            <p:cNvSpPr txBox="1"/>
            <p:nvPr/>
          </p:nvSpPr>
          <p:spPr>
            <a:xfrm>
              <a:off x="533400" y="15240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2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FC9292D1-A1F9-B440-B833-6C6EADD83E02}"/>
                </a:ext>
              </a:extLst>
            </p:cNvPr>
            <p:cNvSpPr txBox="1"/>
            <p:nvPr/>
          </p:nvSpPr>
          <p:spPr>
            <a:xfrm>
              <a:off x="3733800" y="9144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3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2516E51B-D455-2848-9812-03FFEE4515BF}"/>
                </a:ext>
              </a:extLst>
            </p:cNvPr>
            <p:cNvSpPr txBox="1"/>
            <p:nvPr/>
          </p:nvSpPr>
          <p:spPr>
            <a:xfrm>
              <a:off x="4953000" y="9144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4</a:t>
              </a:r>
            </a:p>
          </p:txBody>
        </p:sp>
        <p:sp>
          <p:nvSpPr>
            <p:cNvPr id="502" name="TextBox 501">
              <a:extLst>
                <a:ext uri="{FF2B5EF4-FFF2-40B4-BE49-F238E27FC236}">
                  <a16:creationId xmlns:a16="http://schemas.microsoft.com/office/drawing/2014/main" id="{595070E5-835D-6948-AF8A-9C113ABCF24F}"/>
                </a:ext>
              </a:extLst>
            </p:cNvPr>
            <p:cNvSpPr txBox="1"/>
            <p:nvPr/>
          </p:nvSpPr>
          <p:spPr>
            <a:xfrm rot="16200000">
              <a:off x="10631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1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F04E9D97-6167-4445-81D4-D2CB6AB913F5}"/>
                </a:ext>
              </a:extLst>
            </p:cNvPr>
            <p:cNvSpPr txBox="1"/>
            <p:nvPr/>
          </p:nvSpPr>
          <p:spPr>
            <a:xfrm rot="16200000">
              <a:off x="12917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2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B4F01B11-A6C4-F24F-9F2B-326E9D12A7CE}"/>
                </a:ext>
              </a:extLst>
            </p:cNvPr>
            <p:cNvSpPr txBox="1"/>
            <p:nvPr/>
          </p:nvSpPr>
          <p:spPr>
            <a:xfrm rot="16200000">
              <a:off x="15203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3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45B1831A-467B-F143-827C-804B33CBEB27}"/>
                </a:ext>
              </a:extLst>
            </p:cNvPr>
            <p:cNvSpPr txBox="1"/>
            <p:nvPr/>
          </p:nvSpPr>
          <p:spPr>
            <a:xfrm rot="16200000">
              <a:off x="17489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4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A4D20588-0C9F-B24A-894C-8667D3F18057}"/>
                </a:ext>
              </a:extLst>
            </p:cNvPr>
            <p:cNvSpPr txBox="1"/>
            <p:nvPr/>
          </p:nvSpPr>
          <p:spPr>
            <a:xfrm rot="16200000">
              <a:off x="1977525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5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F838DAD9-0FD5-2240-879E-D888A17FB4D0}"/>
                </a:ext>
              </a:extLst>
            </p:cNvPr>
            <p:cNvSpPr txBox="1"/>
            <p:nvPr/>
          </p:nvSpPr>
          <p:spPr>
            <a:xfrm rot="16200000">
              <a:off x="2282326" y="4499476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1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B64830E3-1CB6-CE4A-8EC5-A6C6C34052CA}"/>
                </a:ext>
              </a:extLst>
            </p:cNvPr>
            <p:cNvSpPr txBox="1"/>
            <p:nvPr/>
          </p:nvSpPr>
          <p:spPr>
            <a:xfrm rot="16200000">
              <a:off x="2510926" y="4499476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2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2CAFB0BC-D577-9C4A-B67B-4CEB706EC3A6}"/>
                </a:ext>
              </a:extLst>
            </p:cNvPr>
            <p:cNvSpPr txBox="1"/>
            <p:nvPr/>
          </p:nvSpPr>
          <p:spPr>
            <a:xfrm rot="16200000">
              <a:off x="2739526" y="4499476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3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2E8A6B2F-64AB-BF40-B0F9-9648650AEB79}"/>
                </a:ext>
              </a:extLst>
            </p:cNvPr>
            <p:cNvSpPr txBox="1"/>
            <p:nvPr/>
          </p:nvSpPr>
          <p:spPr>
            <a:xfrm rot="16200000">
              <a:off x="2968126" y="4499476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4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5971C1F9-8AE7-EB4F-957F-3CD650AC1BA7}"/>
                </a:ext>
              </a:extLst>
            </p:cNvPr>
            <p:cNvSpPr txBox="1"/>
            <p:nvPr/>
          </p:nvSpPr>
          <p:spPr>
            <a:xfrm rot="16200000">
              <a:off x="3196725" y="4499476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5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19E4013F-7984-B84B-A2FE-F890A7784BC6}"/>
                </a:ext>
              </a:extLst>
            </p:cNvPr>
            <p:cNvSpPr txBox="1"/>
            <p:nvPr/>
          </p:nvSpPr>
          <p:spPr>
            <a:xfrm rot="16200000">
              <a:off x="3501526" y="4499474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1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3C72BCDF-3A2E-5147-A1C1-D98DD4BC2CF1}"/>
                </a:ext>
              </a:extLst>
            </p:cNvPr>
            <p:cNvSpPr txBox="1"/>
            <p:nvPr/>
          </p:nvSpPr>
          <p:spPr>
            <a:xfrm rot="16200000">
              <a:off x="3730126" y="4499474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2</a:t>
              </a: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F63177F5-0448-F24A-906A-1B9C656D0D56}"/>
                </a:ext>
              </a:extLst>
            </p:cNvPr>
            <p:cNvSpPr txBox="1"/>
            <p:nvPr/>
          </p:nvSpPr>
          <p:spPr>
            <a:xfrm rot="16200000">
              <a:off x="3958726" y="4499474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3</a:t>
              </a: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EF85FF93-AEB8-7B47-9AA9-CC352FFD2335}"/>
                </a:ext>
              </a:extLst>
            </p:cNvPr>
            <p:cNvSpPr txBox="1"/>
            <p:nvPr/>
          </p:nvSpPr>
          <p:spPr>
            <a:xfrm rot="16200000">
              <a:off x="4187326" y="4499474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4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0AE843B7-CA22-114C-9CD1-8B4A0A0E4945}"/>
                </a:ext>
              </a:extLst>
            </p:cNvPr>
            <p:cNvSpPr txBox="1"/>
            <p:nvPr/>
          </p:nvSpPr>
          <p:spPr>
            <a:xfrm rot="16200000">
              <a:off x="4415925" y="4499474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5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F7635B72-7F94-9646-8962-4ACD03845F94}"/>
                </a:ext>
              </a:extLst>
            </p:cNvPr>
            <p:cNvSpPr txBox="1"/>
            <p:nvPr/>
          </p:nvSpPr>
          <p:spPr>
            <a:xfrm rot="16200000">
              <a:off x="47207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1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AE24970F-857D-164A-8096-D74F6ECB1D6A}"/>
                </a:ext>
              </a:extLst>
            </p:cNvPr>
            <p:cNvSpPr txBox="1"/>
            <p:nvPr/>
          </p:nvSpPr>
          <p:spPr>
            <a:xfrm rot="16200000">
              <a:off x="49493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2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D05A6092-180C-394B-A382-622FAC021538}"/>
                </a:ext>
              </a:extLst>
            </p:cNvPr>
            <p:cNvSpPr txBox="1"/>
            <p:nvPr/>
          </p:nvSpPr>
          <p:spPr>
            <a:xfrm rot="16200000">
              <a:off x="51779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3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D89A47BD-1360-E440-93F3-E98E8462A78D}"/>
                </a:ext>
              </a:extLst>
            </p:cNvPr>
            <p:cNvSpPr txBox="1"/>
            <p:nvPr/>
          </p:nvSpPr>
          <p:spPr>
            <a:xfrm rot="16200000">
              <a:off x="54065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4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52D9830C-8345-D346-B6E3-BB1195068213}"/>
                </a:ext>
              </a:extLst>
            </p:cNvPr>
            <p:cNvSpPr txBox="1"/>
            <p:nvPr/>
          </p:nvSpPr>
          <p:spPr>
            <a:xfrm rot="16200000">
              <a:off x="5635125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4373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57">
            <a:extLst>
              <a:ext uri="{FF2B5EF4-FFF2-40B4-BE49-F238E27FC236}">
                <a16:creationId xmlns:a16="http://schemas.microsoft.com/office/drawing/2014/main" id="{3EB11706-CE8B-C448-A34C-872C8F4A4CBF}"/>
              </a:ext>
            </a:extLst>
          </p:cNvPr>
          <p:cNvSpPr txBox="1"/>
          <p:nvPr/>
        </p:nvSpPr>
        <p:spPr>
          <a:xfrm>
            <a:off x="6705600" y="457200"/>
            <a:ext cx="19048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bands</a:t>
            </a:r>
          </a:p>
          <a:p>
            <a:r>
              <a:rPr lang="en-US" dirty="0"/>
              <a:t>10 rows</a:t>
            </a:r>
          </a:p>
          <a:p>
            <a:r>
              <a:rPr lang="en-US" dirty="0"/>
              <a:t>4 samples per row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0D8C2CF-982F-0342-B990-04D1847739A7}"/>
              </a:ext>
            </a:extLst>
          </p:cNvPr>
          <p:cNvGrpSpPr/>
          <p:nvPr/>
        </p:nvGrpSpPr>
        <p:grpSpPr>
          <a:xfrm>
            <a:off x="533400" y="533400"/>
            <a:ext cx="5715000" cy="5093732"/>
            <a:chOff x="533400" y="533400"/>
            <a:chExt cx="5715000" cy="509373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3515DCE-8A1C-7E45-A738-7BA4F8213330}"/>
                </a:ext>
              </a:extLst>
            </p:cNvPr>
            <p:cNvSpPr/>
            <p:nvPr/>
          </p:nvSpPr>
          <p:spPr>
            <a:xfrm>
              <a:off x="1371600" y="1295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883DD8E-D31F-9A41-9561-D30F94DC202A}"/>
                </a:ext>
              </a:extLst>
            </p:cNvPr>
            <p:cNvSpPr/>
            <p:nvPr/>
          </p:nvSpPr>
          <p:spPr>
            <a:xfrm>
              <a:off x="2362200" y="129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E1C9FB5-7AB8-5E44-9C99-D20C89328963}"/>
                </a:ext>
              </a:extLst>
            </p:cNvPr>
            <p:cNvSpPr/>
            <p:nvPr/>
          </p:nvSpPr>
          <p:spPr>
            <a:xfrm>
              <a:off x="3581400" y="1295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47426C-C285-0645-8EF2-207034D35539}"/>
                </a:ext>
              </a:extLst>
            </p:cNvPr>
            <p:cNvSpPr/>
            <p:nvPr/>
          </p:nvSpPr>
          <p:spPr>
            <a:xfrm>
              <a:off x="4572000" y="129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DB9D3CB-387D-0645-85AE-9C5491846DB8}"/>
                </a:ext>
              </a:extLst>
            </p:cNvPr>
            <p:cNvSpPr/>
            <p:nvPr/>
          </p:nvSpPr>
          <p:spPr>
            <a:xfrm>
              <a:off x="5562600" y="1295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585107BB-52C2-764D-AA65-ABE389EDCAE5}"/>
                </a:ext>
              </a:extLst>
            </p:cNvPr>
            <p:cNvSpPr/>
            <p:nvPr/>
          </p:nvSpPr>
          <p:spPr>
            <a:xfrm>
              <a:off x="1600200" y="1295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698FBDEB-61FA-2646-94D2-E41F4F22ACA1}"/>
                </a:ext>
              </a:extLst>
            </p:cNvPr>
            <p:cNvSpPr/>
            <p:nvPr/>
          </p:nvSpPr>
          <p:spPr>
            <a:xfrm>
              <a:off x="2590800" y="129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5C1A2421-AF6D-C64D-BB57-AF4A1D87CD9E}"/>
                </a:ext>
              </a:extLst>
            </p:cNvPr>
            <p:cNvSpPr/>
            <p:nvPr/>
          </p:nvSpPr>
          <p:spPr>
            <a:xfrm>
              <a:off x="3810000" y="1295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774AD280-9E3B-5142-B7D0-AE2ADB538B82}"/>
                </a:ext>
              </a:extLst>
            </p:cNvPr>
            <p:cNvSpPr/>
            <p:nvPr/>
          </p:nvSpPr>
          <p:spPr>
            <a:xfrm>
              <a:off x="4800600" y="129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5DD64C50-79F5-7544-B5F3-7AF7AFAFD86B}"/>
                </a:ext>
              </a:extLst>
            </p:cNvPr>
            <p:cNvSpPr/>
            <p:nvPr/>
          </p:nvSpPr>
          <p:spPr>
            <a:xfrm>
              <a:off x="5791200" y="1295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896177DC-ECD2-7D47-84B3-AB790E51C80B}"/>
                </a:ext>
              </a:extLst>
            </p:cNvPr>
            <p:cNvSpPr/>
            <p:nvPr/>
          </p:nvSpPr>
          <p:spPr>
            <a:xfrm>
              <a:off x="1828800" y="1295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CE487E01-7FE4-7D4C-8E5D-2DCC62423E9F}"/>
                </a:ext>
              </a:extLst>
            </p:cNvPr>
            <p:cNvSpPr/>
            <p:nvPr/>
          </p:nvSpPr>
          <p:spPr>
            <a:xfrm>
              <a:off x="2819400" y="129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327C6388-2B3D-8B4F-B7B7-A0A7C3829DF1}"/>
                </a:ext>
              </a:extLst>
            </p:cNvPr>
            <p:cNvSpPr/>
            <p:nvPr/>
          </p:nvSpPr>
          <p:spPr>
            <a:xfrm>
              <a:off x="3352800" y="1295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43051A79-82A4-1046-80D5-8FAE47748526}"/>
                </a:ext>
              </a:extLst>
            </p:cNvPr>
            <p:cNvSpPr/>
            <p:nvPr/>
          </p:nvSpPr>
          <p:spPr>
            <a:xfrm>
              <a:off x="5029200" y="129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344A340B-E040-234F-A19A-C5583BB5795E}"/>
                </a:ext>
              </a:extLst>
            </p:cNvPr>
            <p:cNvSpPr/>
            <p:nvPr/>
          </p:nvSpPr>
          <p:spPr>
            <a:xfrm>
              <a:off x="5334000" y="1295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8AC48C1D-F077-9847-98BA-53947727DB68}"/>
                </a:ext>
              </a:extLst>
            </p:cNvPr>
            <p:cNvSpPr/>
            <p:nvPr/>
          </p:nvSpPr>
          <p:spPr>
            <a:xfrm>
              <a:off x="2057400" y="1295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A89A887C-1CA3-1C46-8BA1-42213B7DC525}"/>
                </a:ext>
              </a:extLst>
            </p:cNvPr>
            <p:cNvSpPr/>
            <p:nvPr/>
          </p:nvSpPr>
          <p:spPr>
            <a:xfrm>
              <a:off x="3048000" y="129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ABD2FCEE-81CD-A34E-B2E7-63BE19EF3DE1}"/>
                </a:ext>
              </a:extLst>
            </p:cNvPr>
            <p:cNvSpPr/>
            <p:nvPr/>
          </p:nvSpPr>
          <p:spPr>
            <a:xfrm>
              <a:off x="4038600" y="1295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01480FB0-F405-B843-85FA-858125262F29}"/>
                </a:ext>
              </a:extLst>
            </p:cNvPr>
            <p:cNvSpPr/>
            <p:nvPr/>
          </p:nvSpPr>
          <p:spPr>
            <a:xfrm>
              <a:off x="4343400" y="129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684766E9-A6BA-3248-BFB8-4D211FDC6FBA}"/>
                </a:ext>
              </a:extLst>
            </p:cNvPr>
            <p:cNvSpPr/>
            <p:nvPr/>
          </p:nvSpPr>
          <p:spPr>
            <a:xfrm>
              <a:off x="6019800" y="1295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1141EB54-B2C8-D74A-AB47-7AAE26C233E4}"/>
                </a:ext>
              </a:extLst>
            </p:cNvPr>
            <p:cNvSpPr/>
            <p:nvPr/>
          </p:nvSpPr>
          <p:spPr>
            <a:xfrm>
              <a:off x="13716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F0A6412B-9FDC-224B-8134-4D7D1BE07B30}"/>
                </a:ext>
              </a:extLst>
            </p:cNvPr>
            <p:cNvSpPr/>
            <p:nvPr/>
          </p:nvSpPr>
          <p:spPr>
            <a:xfrm>
              <a:off x="2362200" y="1600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71A4B4A0-830E-3A49-AB08-C018CF3C6491}"/>
                </a:ext>
              </a:extLst>
            </p:cNvPr>
            <p:cNvSpPr/>
            <p:nvPr/>
          </p:nvSpPr>
          <p:spPr>
            <a:xfrm>
              <a:off x="35814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5FBEE72D-5C45-3A4B-8921-7F463FF0D103}"/>
                </a:ext>
              </a:extLst>
            </p:cNvPr>
            <p:cNvSpPr/>
            <p:nvPr/>
          </p:nvSpPr>
          <p:spPr>
            <a:xfrm>
              <a:off x="4572000" y="1600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B8C2F666-1841-5448-8B45-F020EB6039FA}"/>
                </a:ext>
              </a:extLst>
            </p:cNvPr>
            <p:cNvSpPr/>
            <p:nvPr/>
          </p:nvSpPr>
          <p:spPr>
            <a:xfrm>
              <a:off x="55626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172ACA7E-1655-6346-BFB1-5DE0B6F7F4E0}"/>
                </a:ext>
              </a:extLst>
            </p:cNvPr>
            <p:cNvSpPr/>
            <p:nvPr/>
          </p:nvSpPr>
          <p:spPr>
            <a:xfrm>
              <a:off x="16002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7BD41C6B-51FB-A94F-8E45-F4292695B27E}"/>
                </a:ext>
              </a:extLst>
            </p:cNvPr>
            <p:cNvSpPr/>
            <p:nvPr/>
          </p:nvSpPr>
          <p:spPr>
            <a:xfrm>
              <a:off x="2590800" y="1600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E97AF6B4-56F1-0945-888E-787F08FF7E35}"/>
                </a:ext>
              </a:extLst>
            </p:cNvPr>
            <p:cNvSpPr/>
            <p:nvPr/>
          </p:nvSpPr>
          <p:spPr>
            <a:xfrm>
              <a:off x="38100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1372C4BD-3DB5-5E47-BDCB-0E790A63629D}"/>
                </a:ext>
              </a:extLst>
            </p:cNvPr>
            <p:cNvSpPr/>
            <p:nvPr/>
          </p:nvSpPr>
          <p:spPr>
            <a:xfrm>
              <a:off x="4800600" y="1600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058A631B-5545-A540-9023-F785AC9EEDC6}"/>
                </a:ext>
              </a:extLst>
            </p:cNvPr>
            <p:cNvSpPr/>
            <p:nvPr/>
          </p:nvSpPr>
          <p:spPr>
            <a:xfrm>
              <a:off x="57912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22367BAD-7EDA-A34F-A4D2-5B0C8EC97BD9}"/>
                </a:ext>
              </a:extLst>
            </p:cNvPr>
            <p:cNvSpPr/>
            <p:nvPr/>
          </p:nvSpPr>
          <p:spPr>
            <a:xfrm>
              <a:off x="18288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4DE91894-C372-F341-9479-9F2D6196C1FE}"/>
                </a:ext>
              </a:extLst>
            </p:cNvPr>
            <p:cNvSpPr/>
            <p:nvPr/>
          </p:nvSpPr>
          <p:spPr>
            <a:xfrm>
              <a:off x="2819400" y="1600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F8472636-33AF-5946-87A5-113A595BDDD5}"/>
                </a:ext>
              </a:extLst>
            </p:cNvPr>
            <p:cNvSpPr/>
            <p:nvPr/>
          </p:nvSpPr>
          <p:spPr>
            <a:xfrm>
              <a:off x="33528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F94DCC1E-E63B-4D40-A126-02DCC9905496}"/>
                </a:ext>
              </a:extLst>
            </p:cNvPr>
            <p:cNvSpPr/>
            <p:nvPr/>
          </p:nvSpPr>
          <p:spPr>
            <a:xfrm>
              <a:off x="5029200" y="1600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2F5DCA1F-E23F-1E4B-8A9C-3C9C24A79483}"/>
                </a:ext>
              </a:extLst>
            </p:cNvPr>
            <p:cNvSpPr/>
            <p:nvPr/>
          </p:nvSpPr>
          <p:spPr>
            <a:xfrm>
              <a:off x="53340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4200BF95-6BD6-8944-882C-28C028D9D502}"/>
                </a:ext>
              </a:extLst>
            </p:cNvPr>
            <p:cNvSpPr/>
            <p:nvPr/>
          </p:nvSpPr>
          <p:spPr>
            <a:xfrm>
              <a:off x="20574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7631BF24-D14C-E54C-AE8C-EE552E89E181}"/>
                </a:ext>
              </a:extLst>
            </p:cNvPr>
            <p:cNvSpPr/>
            <p:nvPr/>
          </p:nvSpPr>
          <p:spPr>
            <a:xfrm>
              <a:off x="3048000" y="1600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E4A5CE00-B170-4244-9AE1-98CF7381BC7F}"/>
                </a:ext>
              </a:extLst>
            </p:cNvPr>
            <p:cNvSpPr/>
            <p:nvPr/>
          </p:nvSpPr>
          <p:spPr>
            <a:xfrm>
              <a:off x="40386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CBD5E101-AAA5-B447-B6B7-A3806C7615E3}"/>
                </a:ext>
              </a:extLst>
            </p:cNvPr>
            <p:cNvSpPr/>
            <p:nvPr/>
          </p:nvSpPr>
          <p:spPr>
            <a:xfrm>
              <a:off x="4343400" y="1600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BBCB22A5-2F60-8444-8B33-249073D190BD}"/>
                </a:ext>
              </a:extLst>
            </p:cNvPr>
            <p:cNvSpPr/>
            <p:nvPr/>
          </p:nvSpPr>
          <p:spPr>
            <a:xfrm>
              <a:off x="60198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F9E175E8-9E70-9A4F-B23B-A035302C684E}"/>
                </a:ext>
              </a:extLst>
            </p:cNvPr>
            <p:cNvSpPr/>
            <p:nvPr/>
          </p:nvSpPr>
          <p:spPr>
            <a:xfrm>
              <a:off x="1371600" y="1905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AC388623-5C3A-654C-BB1C-C3F8D8E0D4F3}"/>
                </a:ext>
              </a:extLst>
            </p:cNvPr>
            <p:cNvSpPr/>
            <p:nvPr/>
          </p:nvSpPr>
          <p:spPr>
            <a:xfrm>
              <a:off x="2362200" y="1905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98B1046C-A582-2E40-8556-9C79D0EB2085}"/>
                </a:ext>
              </a:extLst>
            </p:cNvPr>
            <p:cNvSpPr/>
            <p:nvPr/>
          </p:nvSpPr>
          <p:spPr>
            <a:xfrm>
              <a:off x="3581400" y="1905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A907D7E9-8DF5-6049-9543-8CE1D9FA4F15}"/>
                </a:ext>
              </a:extLst>
            </p:cNvPr>
            <p:cNvSpPr/>
            <p:nvPr/>
          </p:nvSpPr>
          <p:spPr>
            <a:xfrm>
              <a:off x="4572000" y="1905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231FB917-565B-EF44-9481-FD4590A73026}"/>
                </a:ext>
              </a:extLst>
            </p:cNvPr>
            <p:cNvSpPr/>
            <p:nvPr/>
          </p:nvSpPr>
          <p:spPr>
            <a:xfrm>
              <a:off x="5562600" y="1905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7A0931A5-621B-6E42-AB5A-90FC7F11E488}"/>
                </a:ext>
              </a:extLst>
            </p:cNvPr>
            <p:cNvSpPr/>
            <p:nvPr/>
          </p:nvSpPr>
          <p:spPr>
            <a:xfrm>
              <a:off x="1600200" y="1905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04006848-15D3-0C44-9B99-E83D30966D01}"/>
                </a:ext>
              </a:extLst>
            </p:cNvPr>
            <p:cNvSpPr/>
            <p:nvPr/>
          </p:nvSpPr>
          <p:spPr>
            <a:xfrm>
              <a:off x="2590800" y="1905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AEB9F81D-1950-E54E-BB9D-141EBA19592B}"/>
                </a:ext>
              </a:extLst>
            </p:cNvPr>
            <p:cNvSpPr/>
            <p:nvPr/>
          </p:nvSpPr>
          <p:spPr>
            <a:xfrm>
              <a:off x="3810000" y="1905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56765F6A-90E7-8941-AB2B-C16ED07DCD5E}"/>
                </a:ext>
              </a:extLst>
            </p:cNvPr>
            <p:cNvSpPr/>
            <p:nvPr/>
          </p:nvSpPr>
          <p:spPr>
            <a:xfrm>
              <a:off x="4800600" y="1905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ADC1D8D2-E2F9-B74C-9C0C-354BEEB8B74A}"/>
                </a:ext>
              </a:extLst>
            </p:cNvPr>
            <p:cNvSpPr/>
            <p:nvPr/>
          </p:nvSpPr>
          <p:spPr>
            <a:xfrm>
              <a:off x="5791200" y="1905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0680D87F-02A5-1347-BAC1-C48F8904D8C1}"/>
                </a:ext>
              </a:extLst>
            </p:cNvPr>
            <p:cNvSpPr/>
            <p:nvPr/>
          </p:nvSpPr>
          <p:spPr>
            <a:xfrm>
              <a:off x="1828800" y="1905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5220CB93-905E-5345-A51C-84AFFA1F25AE}"/>
                </a:ext>
              </a:extLst>
            </p:cNvPr>
            <p:cNvSpPr/>
            <p:nvPr/>
          </p:nvSpPr>
          <p:spPr>
            <a:xfrm>
              <a:off x="2819400" y="1905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2A5C2FF8-4542-5F43-8A1D-DE9E6412D8C2}"/>
                </a:ext>
              </a:extLst>
            </p:cNvPr>
            <p:cNvSpPr/>
            <p:nvPr/>
          </p:nvSpPr>
          <p:spPr>
            <a:xfrm>
              <a:off x="3352800" y="1905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F4618AD1-04D6-F642-A709-B677C634EE3D}"/>
                </a:ext>
              </a:extLst>
            </p:cNvPr>
            <p:cNvSpPr/>
            <p:nvPr/>
          </p:nvSpPr>
          <p:spPr>
            <a:xfrm>
              <a:off x="5029200" y="1905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0A33973F-7A08-C243-A27A-DB698AD98699}"/>
                </a:ext>
              </a:extLst>
            </p:cNvPr>
            <p:cNvSpPr/>
            <p:nvPr/>
          </p:nvSpPr>
          <p:spPr>
            <a:xfrm>
              <a:off x="5334000" y="1905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22D61F49-353D-3246-BEDE-D51F116A3956}"/>
                </a:ext>
              </a:extLst>
            </p:cNvPr>
            <p:cNvSpPr/>
            <p:nvPr/>
          </p:nvSpPr>
          <p:spPr>
            <a:xfrm>
              <a:off x="2057400" y="1905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5647EFE5-0E44-C548-8E0A-78AF5242333B}"/>
                </a:ext>
              </a:extLst>
            </p:cNvPr>
            <p:cNvSpPr/>
            <p:nvPr/>
          </p:nvSpPr>
          <p:spPr>
            <a:xfrm>
              <a:off x="3048000" y="1905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A851E43A-0B9F-EE43-9086-8B42B00C6C85}"/>
                </a:ext>
              </a:extLst>
            </p:cNvPr>
            <p:cNvSpPr/>
            <p:nvPr/>
          </p:nvSpPr>
          <p:spPr>
            <a:xfrm>
              <a:off x="4038600" y="1905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4AB95F60-9BB9-9446-8053-241585205C02}"/>
                </a:ext>
              </a:extLst>
            </p:cNvPr>
            <p:cNvSpPr/>
            <p:nvPr/>
          </p:nvSpPr>
          <p:spPr>
            <a:xfrm>
              <a:off x="4343400" y="1905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31E45DF8-C1E5-5949-8DA0-C0A6C3D06D87}"/>
                </a:ext>
              </a:extLst>
            </p:cNvPr>
            <p:cNvSpPr/>
            <p:nvPr/>
          </p:nvSpPr>
          <p:spPr>
            <a:xfrm>
              <a:off x="6019800" y="1905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33868F0F-FC5E-E54C-9D12-360553CD6470}"/>
                </a:ext>
              </a:extLst>
            </p:cNvPr>
            <p:cNvSpPr/>
            <p:nvPr/>
          </p:nvSpPr>
          <p:spPr>
            <a:xfrm>
              <a:off x="1371600" y="2209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D889FB67-E872-D24E-8584-0B9CE7BC6EE9}"/>
                </a:ext>
              </a:extLst>
            </p:cNvPr>
            <p:cNvSpPr/>
            <p:nvPr/>
          </p:nvSpPr>
          <p:spPr>
            <a:xfrm>
              <a:off x="2362200" y="2209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FC6C7626-BBE2-8C41-B938-C6C3C5DB6092}"/>
                </a:ext>
              </a:extLst>
            </p:cNvPr>
            <p:cNvSpPr/>
            <p:nvPr/>
          </p:nvSpPr>
          <p:spPr>
            <a:xfrm>
              <a:off x="3581400" y="2209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F678BF79-5D26-A64F-ACB6-019632EE3B2F}"/>
                </a:ext>
              </a:extLst>
            </p:cNvPr>
            <p:cNvSpPr/>
            <p:nvPr/>
          </p:nvSpPr>
          <p:spPr>
            <a:xfrm>
              <a:off x="4572000" y="2209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756266B8-E393-2049-8DF3-873745DC0970}"/>
                </a:ext>
              </a:extLst>
            </p:cNvPr>
            <p:cNvSpPr/>
            <p:nvPr/>
          </p:nvSpPr>
          <p:spPr>
            <a:xfrm>
              <a:off x="5562600" y="2209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CD55304D-6732-AB4E-83DF-DE43A3A20A4A}"/>
                </a:ext>
              </a:extLst>
            </p:cNvPr>
            <p:cNvSpPr/>
            <p:nvPr/>
          </p:nvSpPr>
          <p:spPr>
            <a:xfrm>
              <a:off x="1600200" y="2209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6174ECC8-37E9-7F4B-A28C-E22CE461B980}"/>
                </a:ext>
              </a:extLst>
            </p:cNvPr>
            <p:cNvSpPr/>
            <p:nvPr/>
          </p:nvSpPr>
          <p:spPr>
            <a:xfrm>
              <a:off x="2590800" y="2209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8F6F789E-0917-084E-B134-0B9B0CFE0DE5}"/>
                </a:ext>
              </a:extLst>
            </p:cNvPr>
            <p:cNvSpPr/>
            <p:nvPr/>
          </p:nvSpPr>
          <p:spPr>
            <a:xfrm>
              <a:off x="3810000" y="2209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0C44AEB8-5FBA-004D-B1EC-9CC9555745B3}"/>
                </a:ext>
              </a:extLst>
            </p:cNvPr>
            <p:cNvSpPr/>
            <p:nvPr/>
          </p:nvSpPr>
          <p:spPr>
            <a:xfrm>
              <a:off x="4800600" y="2209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BC93D689-986B-CF47-93D4-491F0FAEB041}"/>
                </a:ext>
              </a:extLst>
            </p:cNvPr>
            <p:cNvSpPr/>
            <p:nvPr/>
          </p:nvSpPr>
          <p:spPr>
            <a:xfrm>
              <a:off x="5791200" y="2209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5E4115F4-1BD2-B545-9DB5-10D0F49E56D1}"/>
                </a:ext>
              </a:extLst>
            </p:cNvPr>
            <p:cNvSpPr/>
            <p:nvPr/>
          </p:nvSpPr>
          <p:spPr>
            <a:xfrm>
              <a:off x="1828800" y="2209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4C1FDAA3-E8D4-F241-B046-9E70B36EF2CD}"/>
                </a:ext>
              </a:extLst>
            </p:cNvPr>
            <p:cNvSpPr/>
            <p:nvPr/>
          </p:nvSpPr>
          <p:spPr>
            <a:xfrm>
              <a:off x="2819400" y="2209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D700DA39-2B60-A14A-BE5A-64EFEE35A526}"/>
                </a:ext>
              </a:extLst>
            </p:cNvPr>
            <p:cNvSpPr/>
            <p:nvPr/>
          </p:nvSpPr>
          <p:spPr>
            <a:xfrm>
              <a:off x="3352800" y="2209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ECC1C072-F376-FC43-9E42-3CDCC3C0DD7A}"/>
                </a:ext>
              </a:extLst>
            </p:cNvPr>
            <p:cNvSpPr/>
            <p:nvPr/>
          </p:nvSpPr>
          <p:spPr>
            <a:xfrm>
              <a:off x="5029200" y="2209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BE65AF2E-E2ED-314F-891C-80FFC74E617A}"/>
                </a:ext>
              </a:extLst>
            </p:cNvPr>
            <p:cNvSpPr/>
            <p:nvPr/>
          </p:nvSpPr>
          <p:spPr>
            <a:xfrm>
              <a:off x="5334000" y="2209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FF9928A4-3D3F-9842-A4AF-A08EE4603529}"/>
                </a:ext>
              </a:extLst>
            </p:cNvPr>
            <p:cNvSpPr/>
            <p:nvPr/>
          </p:nvSpPr>
          <p:spPr>
            <a:xfrm>
              <a:off x="2057400" y="2209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854A64DF-6E53-4E4A-A87E-56FBA10D0D27}"/>
                </a:ext>
              </a:extLst>
            </p:cNvPr>
            <p:cNvSpPr/>
            <p:nvPr/>
          </p:nvSpPr>
          <p:spPr>
            <a:xfrm>
              <a:off x="3048000" y="2209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0367F680-93FA-2E43-A7E3-5F9843A03DD9}"/>
                </a:ext>
              </a:extLst>
            </p:cNvPr>
            <p:cNvSpPr/>
            <p:nvPr/>
          </p:nvSpPr>
          <p:spPr>
            <a:xfrm>
              <a:off x="4038600" y="2209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796E8395-AEAC-214A-882F-BE7500CC7CAD}"/>
                </a:ext>
              </a:extLst>
            </p:cNvPr>
            <p:cNvSpPr/>
            <p:nvPr/>
          </p:nvSpPr>
          <p:spPr>
            <a:xfrm>
              <a:off x="4343400" y="2209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CC8FDC8C-BF56-CD4A-9553-34F6D19152B7}"/>
                </a:ext>
              </a:extLst>
            </p:cNvPr>
            <p:cNvSpPr/>
            <p:nvPr/>
          </p:nvSpPr>
          <p:spPr>
            <a:xfrm>
              <a:off x="6019800" y="2209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7F186353-764C-D346-A31D-298B9827EB3B}"/>
                </a:ext>
              </a:extLst>
            </p:cNvPr>
            <p:cNvSpPr/>
            <p:nvPr/>
          </p:nvSpPr>
          <p:spPr>
            <a:xfrm>
              <a:off x="13716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269BFD61-FA7C-544D-9A99-2529E1BEE925}"/>
                </a:ext>
              </a:extLst>
            </p:cNvPr>
            <p:cNvSpPr/>
            <p:nvPr/>
          </p:nvSpPr>
          <p:spPr>
            <a:xfrm>
              <a:off x="2362200" y="2514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974303B1-8FC0-334E-87EE-4BB7C62BAB96}"/>
                </a:ext>
              </a:extLst>
            </p:cNvPr>
            <p:cNvSpPr/>
            <p:nvPr/>
          </p:nvSpPr>
          <p:spPr>
            <a:xfrm>
              <a:off x="35814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C8FEE16F-49ED-4945-B48E-E4835553E401}"/>
                </a:ext>
              </a:extLst>
            </p:cNvPr>
            <p:cNvSpPr/>
            <p:nvPr/>
          </p:nvSpPr>
          <p:spPr>
            <a:xfrm>
              <a:off x="4572000" y="2514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DB554A1F-D921-204B-8900-CA76AD8A5F08}"/>
                </a:ext>
              </a:extLst>
            </p:cNvPr>
            <p:cNvSpPr/>
            <p:nvPr/>
          </p:nvSpPr>
          <p:spPr>
            <a:xfrm>
              <a:off x="55626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C348CF64-B135-F347-B42D-D3026FE2DA37}"/>
                </a:ext>
              </a:extLst>
            </p:cNvPr>
            <p:cNvSpPr/>
            <p:nvPr/>
          </p:nvSpPr>
          <p:spPr>
            <a:xfrm>
              <a:off x="16002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51552E0C-3E9A-6A4B-8A20-3B8BF726A724}"/>
                </a:ext>
              </a:extLst>
            </p:cNvPr>
            <p:cNvSpPr/>
            <p:nvPr/>
          </p:nvSpPr>
          <p:spPr>
            <a:xfrm>
              <a:off x="2590800" y="2514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D1787F3F-50AC-4740-9092-FB7D3604AC26}"/>
                </a:ext>
              </a:extLst>
            </p:cNvPr>
            <p:cNvSpPr/>
            <p:nvPr/>
          </p:nvSpPr>
          <p:spPr>
            <a:xfrm>
              <a:off x="38100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CE9774D1-0201-6142-8A20-FCA0F29560AD}"/>
                </a:ext>
              </a:extLst>
            </p:cNvPr>
            <p:cNvSpPr/>
            <p:nvPr/>
          </p:nvSpPr>
          <p:spPr>
            <a:xfrm>
              <a:off x="4800600" y="2514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247B4FBB-4C79-CC41-9F96-87720846A30E}"/>
                </a:ext>
              </a:extLst>
            </p:cNvPr>
            <p:cNvSpPr/>
            <p:nvPr/>
          </p:nvSpPr>
          <p:spPr>
            <a:xfrm>
              <a:off x="57912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6F20842A-264A-704E-9BCB-707924B0F864}"/>
                </a:ext>
              </a:extLst>
            </p:cNvPr>
            <p:cNvSpPr/>
            <p:nvPr/>
          </p:nvSpPr>
          <p:spPr>
            <a:xfrm>
              <a:off x="18288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2FC75D1C-4794-1E4F-A937-F7DCB16AE0DB}"/>
                </a:ext>
              </a:extLst>
            </p:cNvPr>
            <p:cNvSpPr/>
            <p:nvPr/>
          </p:nvSpPr>
          <p:spPr>
            <a:xfrm>
              <a:off x="2819400" y="2514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E9BC455D-65A7-A841-8B80-D20D57832150}"/>
                </a:ext>
              </a:extLst>
            </p:cNvPr>
            <p:cNvSpPr/>
            <p:nvPr/>
          </p:nvSpPr>
          <p:spPr>
            <a:xfrm>
              <a:off x="33528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B0BCD4CB-4AC8-B546-94F6-B95EE058D3CF}"/>
                </a:ext>
              </a:extLst>
            </p:cNvPr>
            <p:cNvSpPr/>
            <p:nvPr/>
          </p:nvSpPr>
          <p:spPr>
            <a:xfrm>
              <a:off x="5029200" y="2514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617DF422-F64E-3E40-9819-1A4174DA2C65}"/>
                </a:ext>
              </a:extLst>
            </p:cNvPr>
            <p:cNvSpPr/>
            <p:nvPr/>
          </p:nvSpPr>
          <p:spPr>
            <a:xfrm>
              <a:off x="53340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8BF98F64-C5EF-BC4C-93BA-13C71E807D95}"/>
                </a:ext>
              </a:extLst>
            </p:cNvPr>
            <p:cNvSpPr/>
            <p:nvPr/>
          </p:nvSpPr>
          <p:spPr>
            <a:xfrm>
              <a:off x="20574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0EF75DCE-F227-F141-93DD-D1129755042A}"/>
                </a:ext>
              </a:extLst>
            </p:cNvPr>
            <p:cNvSpPr/>
            <p:nvPr/>
          </p:nvSpPr>
          <p:spPr>
            <a:xfrm>
              <a:off x="3048000" y="2514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A234A9BE-0DB2-AA45-9B8F-C3D8C01576F8}"/>
                </a:ext>
              </a:extLst>
            </p:cNvPr>
            <p:cNvSpPr/>
            <p:nvPr/>
          </p:nvSpPr>
          <p:spPr>
            <a:xfrm>
              <a:off x="40386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3ABD34A3-6F24-7D49-A2F4-1C660A245A65}"/>
                </a:ext>
              </a:extLst>
            </p:cNvPr>
            <p:cNvSpPr/>
            <p:nvPr/>
          </p:nvSpPr>
          <p:spPr>
            <a:xfrm>
              <a:off x="4343400" y="2514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7D23AF81-2135-9B4D-B473-C692A8D50305}"/>
                </a:ext>
              </a:extLst>
            </p:cNvPr>
            <p:cNvSpPr/>
            <p:nvPr/>
          </p:nvSpPr>
          <p:spPr>
            <a:xfrm>
              <a:off x="60198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F27A6F2D-FFFE-F54E-A72A-133256CB5B51}"/>
                </a:ext>
              </a:extLst>
            </p:cNvPr>
            <p:cNvSpPr/>
            <p:nvPr/>
          </p:nvSpPr>
          <p:spPr>
            <a:xfrm>
              <a:off x="1371600" y="2819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091DFEC4-4BCC-1A47-A4FE-5DD552E23519}"/>
                </a:ext>
              </a:extLst>
            </p:cNvPr>
            <p:cNvSpPr/>
            <p:nvPr/>
          </p:nvSpPr>
          <p:spPr>
            <a:xfrm>
              <a:off x="2362200" y="2819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F47B8308-A5BD-9D4A-98E9-709C33AA7854}"/>
                </a:ext>
              </a:extLst>
            </p:cNvPr>
            <p:cNvSpPr/>
            <p:nvPr/>
          </p:nvSpPr>
          <p:spPr>
            <a:xfrm>
              <a:off x="3581400" y="2819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E662B56C-FD4B-6F49-8116-7F2AD1A523C1}"/>
                </a:ext>
              </a:extLst>
            </p:cNvPr>
            <p:cNvSpPr/>
            <p:nvPr/>
          </p:nvSpPr>
          <p:spPr>
            <a:xfrm>
              <a:off x="4572000" y="2819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CEE21311-34C2-4945-A031-580B53B4269D}"/>
                </a:ext>
              </a:extLst>
            </p:cNvPr>
            <p:cNvSpPr/>
            <p:nvPr/>
          </p:nvSpPr>
          <p:spPr>
            <a:xfrm>
              <a:off x="5562600" y="2819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35F79E92-5947-294C-ACC9-EB5B390F360E}"/>
                </a:ext>
              </a:extLst>
            </p:cNvPr>
            <p:cNvSpPr/>
            <p:nvPr/>
          </p:nvSpPr>
          <p:spPr>
            <a:xfrm>
              <a:off x="1600200" y="2819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8934FAB2-13C4-9D4C-A7FB-39727FA5C5ED}"/>
                </a:ext>
              </a:extLst>
            </p:cNvPr>
            <p:cNvSpPr/>
            <p:nvPr/>
          </p:nvSpPr>
          <p:spPr>
            <a:xfrm>
              <a:off x="2590800" y="2819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4211CB99-8EB1-DD42-A153-9F5A11C6DB6B}"/>
                </a:ext>
              </a:extLst>
            </p:cNvPr>
            <p:cNvSpPr/>
            <p:nvPr/>
          </p:nvSpPr>
          <p:spPr>
            <a:xfrm>
              <a:off x="3810000" y="2819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A9EDB4D4-DF05-7443-A0FB-76D95C88DA80}"/>
                </a:ext>
              </a:extLst>
            </p:cNvPr>
            <p:cNvSpPr/>
            <p:nvPr/>
          </p:nvSpPr>
          <p:spPr>
            <a:xfrm>
              <a:off x="4800600" y="2819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1E0264BF-B7F1-C340-BADE-D8F154319D00}"/>
                </a:ext>
              </a:extLst>
            </p:cNvPr>
            <p:cNvSpPr/>
            <p:nvPr/>
          </p:nvSpPr>
          <p:spPr>
            <a:xfrm>
              <a:off x="5791200" y="2819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08D2EBDD-B5E1-EA49-9E91-4E3CD3789264}"/>
                </a:ext>
              </a:extLst>
            </p:cNvPr>
            <p:cNvSpPr/>
            <p:nvPr/>
          </p:nvSpPr>
          <p:spPr>
            <a:xfrm>
              <a:off x="1828800" y="2819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119A33C7-DBBE-894C-A434-744A28E76E61}"/>
                </a:ext>
              </a:extLst>
            </p:cNvPr>
            <p:cNvSpPr/>
            <p:nvPr/>
          </p:nvSpPr>
          <p:spPr>
            <a:xfrm>
              <a:off x="2819400" y="2819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47C71DDD-1CB8-D944-BEF6-B6D818C09790}"/>
                </a:ext>
              </a:extLst>
            </p:cNvPr>
            <p:cNvSpPr/>
            <p:nvPr/>
          </p:nvSpPr>
          <p:spPr>
            <a:xfrm>
              <a:off x="3352800" y="2819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32F28BF3-CF8F-E44E-AD5C-ACF037A68985}"/>
                </a:ext>
              </a:extLst>
            </p:cNvPr>
            <p:cNvSpPr/>
            <p:nvPr/>
          </p:nvSpPr>
          <p:spPr>
            <a:xfrm>
              <a:off x="5029200" y="2819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ECF6F1F2-0EEB-C44D-B96D-5DC9C9587F1A}"/>
                </a:ext>
              </a:extLst>
            </p:cNvPr>
            <p:cNvSpPr/>
            <p:nvPr/>
          </p:nvSpPr>
          <p:spPr>
            <a:xfrm>
              <a:off x="5334000" y="2819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3DA97F84-B91F-8243-A15D-062B70DB4C10}"/>
                </a:ext>
              </a:extLst>
            </p:cNvPr>
            <p:cNvSpPr/>
            <p:nvPr/>
          </p:nvSpPr>
          <p:spPr>
            <a:xfrm>
              <a:off x="2057400" y="2819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AF0683C9-38B8-3D44-AF90-A9FD34FB1470}"/>
                </a:ext>
              </a:extLst>
            </p:cNvPr>
            <p:cNvSpPr/>
            <p:nvPr/>
          </p:nvSpPr>
          <p:spPr>
            <a:xfrm>
              <a:off x="3048000" y="2819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43D0D832-7322-0144-9367-055DCE34782B}"/>
                </a:ext>
              </a:extLst>
            </p:cNvPr>
            <p:cNvSpPr/>
            <p:nvPr/>
          </p:nvSpPr>
          <p:spPr>
            <a:xfrm>
              <a:off x="4038600" y="2819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0565906D-63BC-824C-BD33-40A0571A5255}"/>
                </a:ext>
              </a:extLst>
            </p:cNvPr>
            <p:cNvSpPr/>
            <p:nvPr/>
          </p:nvSpPr>
          <p:spPr>
            <a:xfrm>
              <a:off x="4343400" y="2819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F93FD855-4BE8-A54C-BC4F-CE39EDFE7D3F}"/>
                </a:ext>
              </a:extLst>
            </p:cNvPr>
            <p:cNvSpPr/>
            <p:nvPr/>
          </p:nvSpPr>
          <p:spPr>
            <a:xfrm>
              <a:off x="6019800" y="2819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74C30523-578A-0B41-9057-9FE5E17A3AF9}"/>
                </a:ext>
              </a:extLst>
            </p:cNvPr>
            <p:cNvSpPr/>
            <p:nvPr/>
          </p:nvSpPr>
          <p:spPr>
            <a:xfrm>
              <a:off x="1371600" y="3124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3920CBF1-A694-424D-9B45-C5C75663C35E}"/>
                </a:ext>
              </a:extLst>
            </p:cNvPr>
            <p:cNvSpPr/>
            <p:nvPr/>
          </p:nvSpPr>
          <p:spPr>
            <a:xfrm>
              <a:off x="2362200" y="3124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5C811F50-AC70-E947-8217-9D930322C3B5}"/>
                </a:ext>
              </a:extLst>
            </p:cNvPr>
            <p:cNvSpPr/>
            <p:nvPr/>
          </p:nvSpPr>
          <p:spPr>
            <a:xfrm>
              <a:off x="3581400" y="3124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4E7FB3DE-F80B-1B40-8313-43F1FA199F60}"/>
                </a:ext>
              </a:extLst>
            </p:cNvPr>
            <p:cNvSpPr/>
            <p:nvPr/>
          </p:nvSpPr>
          <p:spPr>
            <a:xfrm>
              <a:off x="4572000" y="3124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D6BC51F5-03AF-CB49-A59D-2552C1DAE423}"/>
                </a:ext>
              </a:extLst>
            </p:cNvPr>
            <p:cNvSpPr/>
            <p:nvPr/>
          </p:nvSpPr>
          <p:spPr>
            <a:xfrm>
              <a:off x="5562600" y="3124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0BF4CC77-5273-F94E-AEA2-980EC803DF98}"/>
                </a:ext>
              </a:extLst>
            </p:cNvPr>
            <p:cNvSpPr/>
            <p:nvPr/>
          </p:nvSpPr>
          <p:spPr>
            <a:xfrm>
              <a:off x="1600200" y="3124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953D0A21-88C7-984E-9DB8-542544D8DDB5}"/>
                </a:ext>
              </a:extLst>
            </p:cNvPr>
            <p:cNvSpPr/>
            <p:nvPr/>
          </p:nvSpPr>
          <p:spPr>
            <a:xfrm>
              <a:off x="2590800" y="3124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B514F199-227D-854D-A3DE-67428C913BD5}"/>
                </a:ext>
              </a:extLst>
            </p:cNvPr>
            <p:cNvSpPr/>
            <p:nvPr/>
          </p:nvSpPr>
          <p:spPr>
            <a:xfrm>
              <a:off x="3810000" y="3124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9F666B63-AE54-DE4F-9007-C23884FECAF9}"/>
                </a:ext>
              </a:extLst>
            </p:cNvPr>
            <p:cNvSpPr/>
            <p:nvPr/>
          </p:nvSpPr>
          <p:spPr>
            <a:xfrm>
              <a:off x="4800600" y="3124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62F21017-ED7B-6F4F-90AF-2CB42D5480E9}"/>
                </a:ext>
              </a:extLst>
            </p:cNvPr>
            <p:cNvSpPr/>
            <p:nvPr/>
          </p:nvSpPr>
          <p:spPr>
            <a:xfrm>
              <a:off x="5791200" y="3124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51F9D958-CBCA-1949-BCCC-E3B7947B736D}"/>
                </a:ext>
              </a:extLst>
            </p:cNvPr>
            <p:cNvSpPr/>
            <p:nvPr/>
          </p:nvSpPr>
          <p:spPr>
            <a:xfrm>
              <a:off x="1828800" y="3124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BE32E453-CF4C-5E4C-B3CD-08D41A277356}"/>
                </a:ext>
              </a:extLst>
            </p:cNvPr>
            <p:cNvSpPr/>
            <p:nvPr/>
          </p:nvSpPr>
          <p:spPr>
            <a:xfrm>
              <a:off x="2819400" y="3124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37942CA4-38AF-364A-9CA7-7827E0D93F55}"/>
                </a:ext>
              </a:extLst>
            </p:cNvPr>
            <p:cNvSpPr/>
            <p:nvPr/>
          </p:nvSpPr>
          <p:spPr>
            <a:xfrm>
              <a:off x="3352800" y="3124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116FE8BE-73E3-9547-9C86-7F21BB7AB958}"/>
                </a:ext>
              </a:extLst>
            </p:cNvPr>
            <p:cNvSpPr/>
            <p:nvPr/>
          </p:nvSpPr>
          <p:spPr>
            <a:xfrm>
              <a:off x="5029200" y="3124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2DD7A966-DB0F-9B42-8220-67B3402EA24F}"/>
                </a:ext>
              </a:extLst>
            </p:cNvPr>
            <p:cNvSpPr/>
            <p:nvPr/>
          </p:nvSpPr>
          <p:spPr>
            <a:xfrm>
              <a:off x="5334000" y="3124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C0848F2A-4480-1849-93B4-16C1A943D128}"/>
                </a:ext>
              </a:extLst>
            </p:cNvPr>
            <p:cNvSpPr/>
            <p:nvPr/>
          </p:nvSpPr>
          <p:spPr>
            <a:xfrm>
              <a:off x="2057400" y="3124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027619CB-844C-834E-A866-7FEE1B35B74E}"/>
                </a:ext>
              </a:extLst>
            </p:cNvPr>
            <p:cNvSpPr/>
            <p:nvPr/>
          </p:nvSpPr>
          <p:spPr>
            <a:xfrm>
              <a:off x="3048000" y="3124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C9EAD8DA-B322-2342-8076-F1BC91A3301A}"/>
                </a:ext>
              </a:extLst>
            </p:cNvPr>
            <p:cNvSpPr/>
            <p:nvPr/>
          </p:nvSpPr>
          <p:spPr>
            <a:xfrm>
              <a:off x="4038600" y="3124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7FC70E5E-E705-BF4B-889A-F4E7D41C7D80}"/>
                </a:ext>
              </a:extLst>
            </p:cNvPr>
            <p:cNvSpPr/>
            <p:nvPr/>
          </p:nvSpPr>
          <p:spPr>
            <a:xfrm>
              <a:off x="4343400" y="3124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5BBF7D9F-1FE6-2C46-B8BC-C199E058CA64}"/>
                </a:ext>
              </a:extLst>
            </p:cNvPr>
            <p:cNvSpPr/>
            <p:nvPr/>
          </p:nvSpPr>
          <p:spPr>
            <a:xfrm>
              <a:off x="6019800" y="3124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713B6A1E-8476-EB43-B18D-AE698E72A16F}"/>
                </a:ext>
              </a:extLst>
            </p:cNvPr>
            <p:cNvSpPr/>
            <p:nvPr/>
          </p:nvSpPr>
          <p:spPr>
            <a:xfrm>
              <a:off x="1371600" y="3429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F4C1AB83-0B94-4041-A685-EF26EA2C9FAE}"/>
                </a:ext>
              </a:extLst>
            </p:cNvPr>
            <p:cNvSpPr/>
            <p:nvPr/>
          </p:nvSpPr>
          <p:spPr>
            <a:xfrm>
              <a:off x="2362200" y="3429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0DB3360D-A901-3E4D-B569-AD8747A797F1}"/>
                </a:ext>
              </a:extLst>
            </p:cNvPr>
            <p:cNvSpPr/>
            <p:nvPr/>
          </p:nvSpPr>
          <p:spPr>
            <a:xfrm>
              <a:off x="3581400" y="3429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DD800D9B-4CEB-A047-A180-43D09D7833A7}"/>
                </a:ext>
              </a:extLst>
            </p:cNvPr>
            <p:cNvSpPr/>
            <p:nvPr/>
          </p:nvSpPr>
          <p:spPr>
            <a:xfrm>
              <a:off x="4572000" y="3429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2F50B38A-E2E5-0C4E-9E66-9A105E4064EC}"/>
                </a:ext>
              </a:extLst>
            </p:cNvPr>
            <p:cNvSpPr/>
            <p:nvPr/>
          </p:nvSpPr>
          <p:spPr>
            <a:xfrm>
              <a:off x="5562600" y="3429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A680F39B-02F9-4947-84EF-4235846CCC4F}"/>
                </a:ext>
              </a:extLst>
            </p:cNvPr>
            <p:cNvSpPr/>
            <p:nvPr/>
          </p:nvSpPr>
          <p:spPr>
            <a:xfrm>
              <a:off x="1600200" y="3429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764CBC53-AA1A-E345-9C4D-AAD7048B8E95}"/>
                </a:ext>
              </a:extLst>
            </p:cNvPr>
            <p:cNvSpPr/>
            <p:nvPr/>
          </p:nvSpPr>
          <p:spPr>
            <a:xfrm>
              <a:off x="2590800" y="3429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576EC968-FFE5-BA4F-88EF-CA57D14E6739}"/>
                </a:ext>
              </a:extLst>
            </p:cNvPr>
            <p:cNvSpPr/>
            <p:nvPr/>
          </p:nvSpPr>
          <p:spPr>
            <a:xfrm>
              <a:off x="3810000" y="3429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8D699BD4-2074-8C41-818E-026365349D7C}"/>
                </a:ext>
              </a:extLst>
            </p:cNvPr>
            <p:cNvSpPr/>
            <p:nvPr/>
          </p:nvSpPr>
          <p:spPr>
            <a:xfrm>
              <a:off x="4800600" y="3429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7F6DAEA5-C21F-DC4D-A6C7-6B55EE9D4A4E}"/>
                </a:ext>
              </a:extLst>
            </p:cNvPr>
            <p:cNvSpPr/>
            <p:nvPr/>
          </p:nvSpPr>
          <p:spPr>
            <a:xfrm>
              <a:off x="5791200" y="3429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09E04D47-3A3B-C94B-8177-FAEE53869528}"/>
                </a:ext>
              </a:extLst>
            </p:cNvPr>
            <p:cNvSpPr/>
            <p:nvPr/>
          </p:nvSpPr>
          <p:spPr>
            <a:xfrm>
              <a:off x="1828800" y="3429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55D744DC-C19B-2640-99F5-DE77A3419816}"/>
                </a:ext>
              </a:extLst>
            </p:cNvPr>
            <p:cNvSpPr/>
            <p:nvPr/>
          </p:nvSpPr>
          <p:spPr>
            <a:xfrm>
              <a:off x="2819400" y="3429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57F68263-B201-0548-A2E2-BE0E9D793C95}"/>
                </a:ext>
              </a:extLst>
            </p:cNvPr>
            <p:cNvSpPr/>
            <p:nvPr/>
          </p:nvSpPr>
          <p:spPr>
            <a:xfrm>
              <a:off x="3352800" y="3429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C1B25A83-3906-5F4E-A2BD-73AF6EC3AED1}"/>
                </a:ext>
              </a:extLst>
            </p:cNvPr>
            <p:cNvSpPr/>
            <p:nvPr/>
          </p:nvSpPr>
          <p:spPr>
            <a:xfrm>
              <a:off x="5029200" y="3429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89E57619-ABC3-8E48-B93B-3B84AB3CB1EB}"/>
                </a:ext>
              </a:extLst>
            </p:cNvPr>
            <p:cNvSpPr/>
            <p:nvPr/>
          </p:nvSpPr>
          <p:spPr>
            <a:xfrm>
              <a:off x="5334000" y="3429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A254F9C7-6529-E84C-9446-4AC3A5D99601}"/>
                </a:ext>
              </a:extLst>
            </p:cNvPr>
            <p:cNvSpPr/>
            <p:nvPr/>
          </p:nvSpPr>
          <p:spPr>
            <a:xfrm>
              <a:off x="2057400" y="3429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7B67D7E5-F4FC-4F43-A462-ED1B527C1B69}"/>
                </a:ext>
              </a:extLst>
            </p:cNvPr>
            <p:cNvSpPr/>
            <p:nvPr/>
          </p:nvSpPr>
          <p:spPr>
            <a:xfrm>
              <a:off x="3048000" y="3429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267EA1ED-742E-8D46-8877-7BF73D65F0B8}"/>
                </a:ext>
              </a:extLst>
            </p:cNvPr>
            <p:cNvSpPr/>
            <p:nvPr/>
          </p:nvSpPr>
          <p:spPr>
            <a:xfrm>
              <a:off x="4038600" y="3429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ABF358F3-BE34-5C41-9A37-97831B26616D}"/>
                </a:ext>
              </a:extLst>
            </p:cNvPr>
            <p:cNvSpPr/>
            <p:nvPr/>
          </p:nvSpPr>
          <p:spPr>
            <a:xfrm>
              <a:off x="4343400" y="3429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24ADBE4D-721C-374C-A5F6-DD79ED2F2EC8}"/>
                </a:ext>
              </a:extLst>
            </p:cNvPr>
            <p:cNvSpPr/>
            <p:nvPr/>
          </p:nvSpPr>
          <p:spPr>
            <a:xfrm>
              <a:off x="6019800" y="3429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D924529B-3BF9-3E48-8151-06C31FBEB8DF}"/>
                </a:ext>
              </a:extLst>
            </p:cNvPr>
            <p:cNvSpPr/>
            <p:nvPr/>
          </p:nvSpPr>
          <p:spPr>
            <a:xfrm>
              <a:off x="1371600" y="3733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90D14736-5BBC-B94E-B328-FF5EA5A2AE13}"/>
                </a:ext>
              </a:extLst>
            </p:cNvPr>
            <p:cNvSpPr/>
            <p:nvPr/>
          </p:nvSpPr>
          <p:spPr>
            <a:xfrm>
              <a:off x="23622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E958FB4D-244D-B647-87EA-FEB74D7C24E5}"/>
                </a:ext>
              </a:extLst>
            </p:cNvPr>
            <p:cNvSpPr/>
            <p:nvPr/>
          </p:nvSpPr>
          <p:spPr>
            <a:xfrm>
              <a:off x="3581400" y="3733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5A0403AF-2EEE-1748-94E2-BEE3866B849C}"/>
                </a:ext>
              </a:extLst>
            </p:cNvPr>
            <p:cNvSpPr/>
            <p:nvPr/>
          </p:nvSpPr>
          <p:spPr>
            <a:xfrm>
              <a:off x="45720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F59F967E-79AD-5049-808C-3339C3BB56B0}"/>
                </a:ext>
              </a:extLst>
            </p:cNvPr>
            <p:cNvSpPr/>
            <p:nvPr/>
          </p:nvSpPr>
          <p:spPr>
            <a:xfrm>
              <a:off x="5562600" y="3733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17EF90BD-D34B-AC4C-B408-5A99CF4FBEB1}"/>
                </a:ext>
              </a:extLst>
            </p:cNvPr>
            <p:cNvSpPr/>
            <p:nvPr/>
          </p:nvSpPr>
          <p:spPr>
            <a:xfrm>
              <a:off x="1600200" y="3733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6B201635-EDE4-A040-ACA5-016507C3CBE0}"/>
                </a:ext>
              </a:extLst>
            </p:cNvPr>
            <p:cNvSpPr/>
            <p:nvPr/>
          </p:nvSpPr>
          <p:spPr>
            <a:xfrm>
              <a:off x="25908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0BB66AF5-F5C8-5B4E-8945-8CE1D9704009}"/>
                </a:ext>
              </a:extLst>
            </p:cNvPr>
            <p:cNvSpPr/>
            <p:nvPr/>
          </p:nvSpPr>
          <p:spPr>
            <a:xfrm>
              <a:off x="3810000" y="3733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843A77D0-F39D-604E-81DD-C6C5F08D5C74}"/>
                </a:ext>
              </a:extLst>
            </p:cNvPr>
            <p:cNvSpPr/>
            <p:nvPr/>
          </p:nvSpPr>
          <p:spPr>
            <a:xfrm>
              <a:off x="48006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4E60A352-BA6E-8843-8349-8D39D6E3DC78}"/>
                </a:ext>
              </a:extLst>
            </p:cNvPr>
            <p:cNvSpPr/>
            <p:nvPr/>
          </p:nvSpPr>
          <p:spPr>
            <a:xfrm>
              <a:off x="5791200" y="3733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ECF0C4A8-7C45-214E-AC98-302647947380}"/>
                </a:ext>
              </a:extLst>
            </p:cNvPr>
            <p:cNvSpPr/>
            <p:nvPr/>
          </p:nvSpPr>
          <p:spPr>
            <a:xfrm>
              <a:off x="1828800" y="3733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04372213-7AF1-824E-8082-FC255E51FFAB}"/>
                </a:ext>
              </a:extLst>
            </p:cNvPr>
            <p:cNvSpPr/>
            <p:nvPr/>
          </p:nvSpPr>
          <p:spPr>
            <a:xfrm>
              <a:off x="28194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26B2C26F-9332-084C-A049-45FF4CE7EFB2}"/>
                </a:ext>
              </a:extLst>
            </p:cNvPr>
            <p:cNvSpPr/>
            <p:nvPr/>
          </p:nvSpPr>
          <p:spPr>
            <a:xfrm>
              <a:off x="3352800" y="3733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21587151-5FD4-B34A-AE25-E2375627ACFA}"/>
                </a:ext>
              </a:extLst>
            </p:cNvPr>
            <p:cNvSpPr/>
            <p:nvPr/>
          </p:nvSpPr>
          <p:spPr>
            <a:xfrm>
              <a:off x="50292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B0CF7AD9-75E0-A146-93DE-49917470764D}"/>
                </a:ext>
              </a:extLst>
            </p:cNvPr>
            <p:cNvSpPr/>
            <p:nvPr/>
          </p:nvSpPr>
          <p:spPr>
            <a:xfrm>
              <a:off x="5334000" y="3733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D321C515-61F1-DF44-85E5-AD97A6A3DC2E}"/>
                </a:ext>
              </a:extLst>
            </p:cNvPr>
            <p:cNvSpPr/>
            <p:nvPr/>
          </p:nvSpPr>
          <p:spPr>
            <a:xfrm>
              <a:off x="2057400" y="3733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E2373565-8666-4547-84E4-8721327B2144}"/>
                </a:ext>
              </a:extLst>
            </p:cNvPr>
            <p:cNvSpPr/>
            <p:nvPr/>
          </p:nvSpPr>
          <p:spPr>
            <a:xfrm>
              <a:off x="30480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CC0E2236-7FCE-7245-9A9F-DD98EFAE32FF}"/>
                </a:ext>
              </a:extLst>
            </p:cNvPr>
            <p:cNvSpPr/>
            <p:nvPr/>
          </p:nvSpPr>
          <p:spPr>
            <a:xfrm>
              <a:off x="4038600" y="3733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B3D5021C-08C4-5E4B-A72A-46661EBE6731}"/>
                </a:ext>
              </a:extLst>
            </p:cNvPr>
            <p:cNvSpPr/>
            <p:nvPr/>
          </p:nvSpPr>
          <p:spPr>
            <a:xfrm>
              <a:off x="43434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B0D8EA90-21F8-5F4D-8BE5-B5EAA379E273}"/>
                </a:ext>
              </a:extLst>
            </p:cNvPr>
            <p:cNvSpPr/>
            <p:nvPr/>
          </p:nvSpPr>
          <p:spPr>
            <a:xfrm>
              <a:off x="6019800" y="3733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9E9E490B-0434-1C4E-827A-958B7D3C5B96}"/>
                </a:ext>
              </a:extLst>
            </p:cNvPr>
            <p:cNvSpPr/>
            <p:nvPr/>
          </p:nvSpPr>
          <p:spPr>
            <a:xfrm>
              <a:off x="1371600" y="4038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096E8A5F-FAC4-D348-9B40-217ABBCA528B}"/>
                </a:ext>
              </a:extLst>
            </p:cNvPr>
            <p:cNvSpPr/>
            <p:nvPr/>
          </p:nvSpPr>
          <p:spPr>
            <a:xfrm>
              <a:off x="2362200" y="4038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72495B4F-4901-7D44-A123-EACD7E7058FC}"/>
                </a:ext>
              </a:extLst>
            </p:cNvPr>
            <p:cNvSpPr/>
            <p:nvPr/>
          </p:nvSpPr>
          <p:spPr>
            <a:xfrm>
              <a:off x="3581400" y="4038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CDB5D270-B84C-0348-B24E-61641590A632}"/>
                </a:ext>
              </a:extLst>
            </p:cNvPr>
            <p:cNvSpPr/>
            <p:nvPr/>
          </p:nvSpPr>
          <p:spPr>
            <a:xfrm>
              <a:off x="4572000" y="4038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74226025-7672-3B46-AA4B-E5CD8C6E5E95}"/>
                </a:ext>
              </a:extLst>
            </p:cNvPr>
            <p:cNvSpPr/>
            <p:nvPr/>
          </p:nvSpPr>
          <p:spPr>
            <a:xfrm>
              <a:off x="5562600" y="4038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5AE4F5B5-8C70-2048-A9D8-688696EAF8C1}"/>
                </a:ext>
              </a:extLst>
            </p:cNvPr>
            <p:cNvSpPr/>
            <p:nvPr/>
          </p:nvSpPr>
          <p:spPr>
            <a:xfrm>
              <a:off x="1600200" y="4038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2DEF5403-2922-4C4A-8D6C-F14546161BA4}"/>
                </a:ext>
              </a:extLst>
            </p:cNvPr>
            <p:cNvSpPr/>
            <p:nvPr/>
          </p:nvSpPr>
          <p:spPr>
            <a:xfrm>
              <a:off x="2590800" y="4038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CDF85E98-9E9E-E440-8F41-0AB489936FB9}"/>
                </a:ext>
              </a:extLst>
            </p:cNvPr>
            <p:cNvSpPr/>
            <p:nvPr/>
          </p:nvSpPr>
          <p:spPr>
            <a:xfrm>
              <a:off x="3810000" y="4038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56E4086A-8F6C-2042-84EA-195B6828B898}"/>
                </a:ext>
              </a:extLst>
            </p:cNvPr>
            <p:cNvSpPr/>
            <p:nvPr/>
          </p:nvSpPr>
          <p:spPr>
            <a:xfrm>
              <a:off x="4800600" y="4038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C4538FA6-1020-C943-8DCD-3BB8A45326F8}"/>
                </a:ext>
              </a:extLst>
            </p:cNvPr>
            <p:cNvSpPr/>
            <p:nvPr/>
          </p:nvSpPr>
          <p:spPr>
            <a:xfrm>
              <a:off x="5791200" y="4038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3C02C114-A05D-5848-8CFE-B828A095F56C}"/>
                </a:ext>
              </a:extLst>
            </p:cNvPr>
            <p:cNvSpPr/>
            <p:nvPr/>
          </p:nvSpPr>
          <p:spPr>
            <a:xfrm>
              <a:off x="1828800" y="4038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96EA0F42-866E-284C-B558-693BF8033EE6}"/>
                </a:ext>
              </a:extLst>
            </p:cNvPr>
            <p:cNvSpPr/>
            <p:nvPr/>
          </p:nvSpPr>
          <p:spPr>
            <a:xfrm>
              <a:off x="2819400" y="4038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9A9079F7-69B3-D24A-BC1D-A2367CEBEDB7}"/>
                </a:ext>
              </a:extLst>
            </p:cNvPr>
            <p:cNvSpPr/>
            <p:nvPr/>
          </p:nvSpPr>
          <p:spPr>
            <a:xfrm>
              <a:off x="3352800" y="4038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45921E46-66C0-1D42-8134-2B9D3743DA00}"/>
                </a:ext>
              </a:extLst>
            </p:cNvPr>
            <p:cNvSpPr/>
            <p:nvPr/>
          </p:nvSpPr>
          <p:spPr>
            <a:xfrm>
              <a:off x="5029200" y="4038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06FA6388-C2DC-7B4F-8BC2-BD73EBF5C7FD}"/>
                </a:ext>
              </a:extLst>
            </p:cNvPr>
            <p:cNvSpPr/>
            <p:nvPr/>
          </p:nvSpPr>
          <p:spPr>
            <a:xfrm>
              <a:off x="5334000" y="4038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0614F41B-C8DE-B54D-80B0-8F9101922B4E}"/>
                </a:ext>
              </a:extLst>
            </p:cNvPr>
            <p:cNvSpPr/>
            <p:nvPr/>
          </p:nvSpPr>
          <p:spPr>
            <a:xfrm>
              <a:off x="2057400" y="4038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2E41F96F-A04B-D14B-A106-10242CC4298B}"/>
                </a:ext>
              </a:extLst>
            </p:cNvPr>
            <p:cNvSpPr/>
            <p:nvPr/>
          </p:nvSpPr>
          <p:spPr>
            <a:xfrm>
              <a:off x="3048000" y="4038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0F1E50D4-ED27-4B44-A3EA-94798A6D41EF}"/>
                </a:ext>
              </a:extLst>
            </p:cNvPr>
            <p:cNvSpPr/>
            <p:nvPr/>
          </p:nvSpPr>
          <p:spPr>
            <a:xfrm>
              <a:off x="4038600" y="4038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BABA8DC9-26C1-EA4C-8A36-D56FDAC4D630}"/>
                </a:ext>
              </a:extLst>
            </p:cNvPr>
            <p:cNvSpPr/>
            <p:nvPr/>
          </p:nvSpPr>
          <p:spPr>
            <a:xfrm>
              <a:off x="4343400" y="4038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006252C6-BECD-894A-AF00-8D68BC7E1491}"/>
                </a:ext>
              </a:extLst>
            </p:cNvPr>
            <p:cNvSpPr/>
            <p:nvPr/>
          </p:nvSpPr>
          <p:spPr>
            <a:xfrm>
              <a:off x="6019800" y="4038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4E7FEEB7-369B-044D-AE7F-8DE1C20590F6}"/>
                </a:ext>
              </a:extLst>
            </p:cNvPr>
            <p:cNvSpPr txBox="1"/>
            <p:nvPr/>
          </p:nvSpPr>
          <p:spPr>
            <a:xfrm>
              <a:off x="533400" y="533400"/>
              <a:ext cx="30008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BIL:  Band Interleaved by Line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430DBBC1-282D-3A40-890B-3A8164BF7F86}"/>
                </a:ext>
              </a:extLst>
            </p:cNvPr>
            <p:cNvSpPr txBox="1"/>
            <p:nvPr/>
          </p:nvSpPr>
          <p:spPr>
            <a:xfrm>
              <a:off x="533400" y="12192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E1FA8E03-6D31-D24F-BB04-B23395AC3DED}"/>
                </a:ext>
              </a:extLst>
            </p:cNvPr>
            <p:cNvSpPr txBox="1"/>
            <p:nvPr/>
          </p:nvSpPr>
          <p:spPr>
            <a:xfrm>
              <a:off x="533400" y="15240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2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555E52B8-0903-C449-875A-0AE8B1598645}"/>
                </a:ext>
              </a:extLst>
            </p:cNvPr>
            <p:cNvSpPr txBox="1"/>
            <p:nvPr/>
          </p:nvSpPr>
          <p:spPr>
            <a:xfrm>
              <a:off x="533400" y="18288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3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418541B7-79CB-0645-8451-74BCCBA1B848}"/>
                </a:ext>
              </a:extLst>
            </p:cNvPr>
            <p:cNvSpPr txBox="1"/>
            <p:nvPr/>
          </p:nvSpPr>
          <p:spPr>
            <a:xfrm>
              <a:off x="1295400" y="838200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1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4E2E4167-2368-5B47-B07C-60D3132107CA}"/>
                </a:ext>
              </a:extLst>
            </p:cNvPr>
            <p:cNvSpPr txBox="1"/>
            <p:nvPr/>
          </p:nvSpPr>
          <p:spPr>
            <a:xfrm>
              <a:off x="2290317" y="838200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0BCDD9-BD3B-0749-9615-993D20CE0423}"/>
                </a:ext>
              </a:extLst>
            </p:cNvPr>
            <p:cNvSpPr txBox="1"/>
            <p:nvPr/>
          </p:nvSpPr>
          <p:spPr>
            <a:xfrm>
              <a:off x="533400" y="43434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1</a:t>
              </a:r>
            </a:p>
          </p:txBody>
        </p:sp>
        <p:sp>
          <p:nvSpPr>
            <p:cNvPr id="502" name="TextBox 501">
              <a:extLst>
                <a:ext uri="{FF2B5EF4-FFF2-40B4-BE49-F238E27FC236}">
                  <a16:creationId xmlns:a16="http://schemas.microsoft.com/office/drawing/2014/main" id="{538AE5BA-E1A0-7644-BEF0-9244AEDACD5A}"/>
                </a:ext>
              </a:extLst>
            </p:cNvPr>
            <p:cNvSpPr txBox="1"/>
            <p:nvPr/>
          </p:nvSpPr>
          <p:spPr>
            <a:xfrm>
              <a:off x="533400" y="46482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2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B81811B7-B9E0-A64C-9592-BFF4A8CFAA4A}"/>
                </a:ext>
              </a:extLst>
            </p:cNvPr>
            <p:cNvSpPr txBox="1"/>
            <p:nvPr/>
          </p:nvSpPr>
          <p:spPr>
            <a:xfrm>
              <a:off x="533400" y="49530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3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D5F26288-9BFA-F146-8901-A2B46CE3A7C1}"/>
                </a:ext>
              </a:extLst>
            </p:cNvPr>
            <p:cNvSpPr txBox="1"/>
            <p:nvPr/>
          </p:nvSpPr>
          <p:spPr>
            <a:xfrm>
              <a:off x="533400" y="52578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4</a:t>
              </a:r>
            </a:p>
          </p:txBody>
        </p:sp>
        <p:cxnSp>
          <p:nvCxnSpPr>
            <p:cNvPr id="505" name="Elbow Connector 504">
              <a:extLst>
                <a:ext uri="{FF2B5EF4-FFF2-40B4-BE49-F238E27FC236}">
                  <a16:creationId xmlns:a16="http://schemas.microsoft.com/office/drawing/2014/main" id="{E97A9B1A-BD42-B94E-8F63-0C18C6897F47}"/>
                </a:ext>
              </a:extLst>
            </p:cNvPr>
            <p:cNvCxnSpPr>
              <a:cxnSpLocks/>
              <a:stCxn id="8" idx="3"/>
              <a:endCxn id="471" idx="2"/>
            </p:cNvCxnSpPr>
            <p:nvPr/>
          </p:nvCxnSpPr>
          <p:spPr>
            <a:xfrm flipV="1">
              <a:off x="1321116" y="4267200"/>
              <a:ext cx="164784" cy="2608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Elbow Connector 505">
              <a:extLst>
                <a:ext uri="{FF2B5EF4-FFF2-40B4-BE49-F238E27FC236}">
                  <a16:creationId xmlns:a16="http://schemas.microsoft.com/office/drawing/2014/main" id="{C4BC1FDB-035E-114F-BC98-A3D2B0D84AF9}"/>
                </a:ext>
              </a:extLst>
            </p:cNvPr>
            <p:cNvCxnSpPr>
              <a:cxnSpLocks/>
              <a:stCxn id="8" idx="3"/>
              <a:endCxn id="472" idx="2"/>
            </p:cNvCxnSpPr>
            <p:nvPr/>
          </p:nvCxnSpPr>
          <p:spPr>
            <a:xfrm flipV="1">
              <a:off x="1321116" y="4267200"/>
              <a:ext cx="1155384" cy="2608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Elbow Connector 506">
              <a:extLst>
                <a:ext uri="{FF2B5EF4-FFF2-40B4-BE49-F238E27FC236}">
                  <a16:creationId xmlns:a16="http://schemas.microsoft.com/office/drawing/2014/main" id="{33754CDD-EFB2-E346-8E94-DAB78C550970}"/>
                </a:ext>
              </a:extLst>
            </p:cNvPr>
            <p:cNvCxnSpPr>
              <a:cxnSpLocks/>
              <a:stCxn id="8" idx="3"/>
              <a:endCxn id="485" idx="2"/>
            </p:cNvCxnSpPr>
            <p:nvPr/>
          </p:nvCxnSpPr>
          <p:spPr>
            <a:xfrm flipV="1">
              <a:off x="1321116" y="4267200"/>
              <a:ext cx="2145984" cy="2608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Elbow Connector 507">
              <a:extLst>
                <a:ext uri="{FF2B5EF4-FFF2-40B4-BE49-F238E27FC236}">
                  <a16:creationId xmlns:a16="http://schemas.microsoft.com/office/drawing/2014/main" id="{E26AC2E8-E791-8847-9B4C-F9FAD47757AE}"/>
                </a:ext>
              </a:extLst>
            </p:cNvPr>
            <p:cNvCxnSpPr>
              <a:cxnSpLocks/>
              <a:stCxn id="8" idx="3"/>
              <a:endCxn id="492" idx="2"/>
            </p:cNvCxnSpPr>
            <p:nvPr/>
          </p:nvCxnSpPr>
          <p:spPr>
            <a:xfrm flipV="1">
              <a:off x="1321116" y="4267200"/>
              <a:ext cx="3136584" cy="2608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Elbow Connector 508">
              <a:extLst>
                <a:ext uri="{FF2B5EF4-FFF2-40B4-BE49-F238E27FC236}">
                  <a16:creationId xmlns:a16="http://schemas.microsoft.com/office/drawing/2014/main" id="{F0B4EBFC-8D0E-754A-A506-F1F34B8F11B0}"/>
                </a:ext>
              </a:extLst>
            </p:cNvPr>
            <p:cNvCxnSpPr>
              <a:cxnSpLocks/>
              <a:stCxn id="8" idx="3"/>
              <a:endCxn id="487" idx="2"/>
            </p:cNvCxnSpPr>
            <p:nvPr/>
          </p:nvCxnSpPr>
          <p:spPr>
            <a:xfrm flipV="1">
              <a:off x="1321116" y="4267200"/>
              <a:ext cx="4127184" cy="2608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6415A099-CF85-1F4A-B584-10BB05E79663}"/>
                </a:ext>
              </a:extLst>
            </p:cNvPr>
            <p:cNvCxnSpPr>
              <a:cxnSpLocks/>
              <a:stCxn id="502" idx="3"/>
              <a:endCxn id="477" idx="2"/>
            </p:cNvCxnSpPr>
            <p:nvPr/>
          </p:nvCxnSpPr>
          <p:spPr>
            <a:xfrm flipV="1">
              <a:off x="1321116" y="4267200"/>
              <a:ext cx="393384" cy="5656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Elbow Connector 510">
              <a:extLst>
                <a:ext uri="{FF2B5EF4-FFF2-40B4-BE49-F238E27FC236}">
                  <a16:creationId xmlns:a16="http://schemas.microsoft.com/office/drawing/2014/main" id="{B0DBE4FF-63DD-F342-A50C-A773704AD664}"/>
                </a:ext>
              </a:extLst>
            </p:cNvPr>
            <p:cNvCxnSpPr>
              <a:cxnSpLocks/>
              <a:stCxn id="502" idx="3"/>
              <a:endCxn id="478" idx="2"/>
            </p:cNvCxnSpPr>
            <p:nvPr/>
          </p:nvCxnSpPr>
          <p:spPr>
            <a:xfrm flipV="1">
              <a:off x="1321116" y="4267200"/>
              <a:ext cx="1383984" cy="5656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Elbow Connector 511">
              <a:extLst>
                <a:ext uri="{FF2B5EF4-FFF2-40B4-BE49-F238E27FC236}">
                  <a16:creationId xmlns:a16="http://schemas.microsoft.com/office/drawing/2014/main" id="{40806325-6ADA-4E49-9769-EE18A78083E7}"/>
                </a:ext>
              </a:extLst>
            </p:cNvPr>
            <p:cNvCxnSpPr>
              <a:cxnSpLocks/>
              <a:stCxn id="502" idx="3"/>
              <a:endCxn id="473" idx="2"/>
            </p:cNvCxnSpPr>
            <p:nvPr/>
          </p:nvCxnSpPr>
          <p:spPr>
            <a:xfrm flipV="1">
              <a:off x="1321116" y="4267200"/>
              <a:ext cx="2374584" cy="5656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Elbow Connector 512">
              <a:extLst>
                <a:ext uri="{FF2B5EF4-FFF2-40B4-BE49-F238E27FC236}">
                  <a16:creationId xmlns:a16="http://schemas.microsoft.com/office/drawing/2014/main" id="{069EC516-334B-1B43-A937-9ED2B80DB8A7}"/>
                </a:ext>
              </a:extLst>
            </p:cNvPr>
            <p:cNvCxnSpPr>
              <a:cxnSpLocks/>
              <a:stCxn id="502" idx="3"/>
              <a:endCxn id="474" idx="2"/>
            </p:cNvCxnSpPr>
            <p:nvPr/>
          </p:nvCxnSpPr>
          <p:spPr>
            <a:xfrm flipV="1">
              <a:off x="1321116" y="4267200"/>
              <a:ext cx="3365184" cy="5656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Elbow Connector 513">
              <a:extLst>
                <a:ext uri="{FF2B5EF4-FFF2-40B4-BE49-F238E27FC236}">
                  <a16:creationId xmlns:a16="http://schemas.microsoft.com/office/drawing/2014/main" id="{521478DA-072D-1943-A768-355F3264B7E1}"/>
                </a:ext>
              </a:extLst>
            </p:cNvPr>
            <p:cNvCxnSpPr>
              <a:cxnSpLocks/>
              <a:stCxn id="502" idx="3"/>
              <a:endCxn id="475" idx="2"/>
            </p:cNvCxnSpPr>
            <p:nvPr/>
          </p:nvCxnSpPr>
          <p:spPr>
            <a:xfrm flipV="1">
              <a:off x="1321116" y="4267200"/>
              <a:ext cx="4355784" cy="5656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Elbow Connector 514">
              <a:extLst>
                <a:ext uri="{FF2B5EF4-FFF2-40B4-BE49-F238E27FC236}">
                  <a16:creationId xmlns:a16="http://schemas.microsoft.com/office/drawing/2014/main" id="{0ACC9FC9-EF18-DF41-A182-9B4980660A2B}"/>
                </a:ext>
              </a:extLst>
            </p:cNvPr>
            <p:cNvCxnSpPr>
              <a:cxnSpLocks/>
              <a:stCxn id="503" idx="3"/>
              <a:endCxn id="483" idx="2"/>
            </p:cNvCxnSpPr>
            <p:nvPr/>
          </p:nvCxnSpPr>
          <p:spPr>
            <a:xfrm flipV="1">
              <a:off x="1321116" y="4267200"/>
              <a:ext cx="621984" cy="8704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Elbow Connector 515">
              <a:extLst>
                <a:ext uri="{FF2B5EF4-FFF2-40B4-BE49-F238E27FC236}">
                  <a16:creationId xmlns:a16="http://schemas.microsoft.com/office/drawing/2014/main" id="{BAE4C262-30B2-0642-8250-FE80A17A7CC8}"/>
                </a:ext>
              </a:extLst>
            </p:cNvPr>
            <p:cNvCxnSpPr>
              <a:cxnSpLocks/>
              <a:stCxn id="503" idx="3"/>
              <a:endCxn id="484" idx="2"/>
            </p:cNvCxnSpPr>
            <p:nvPr/>
          </p:nvCxnSpPr>
          <p:spPr>
            <a:xfrm flipV="1">
              <a:off x="1321116" y="4267200"/>
              <a:ext cx="1612584" cy="8704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Elbow Connector 516">
              <a:extLst>
                <a:ext uri="{FF2B5EF4-FFF2-40B4-BE49-F238E27FC236}">
                  <a16:creationId xmlns:a16="http://schemas.microsoft.com/office/drawing/2014/main" id="{ECE2CF8A-0F88-E74D-9E32-3B2E956E42A1}"/>
                </a:ext>
              </a:extLst>
            </p:cNvPr>
            <p:cNvCxnSpPr>
              <a:cxnSpLocks/>
              <a:stCxn id="503" idx="3"/>
              <a:endCxn id="479" idx="2"/>
            </p:cNvCxnSpPr>
            <p:nvPr/>
          </p:nvCxnSpPr>
          <p:spPr>
            <a:xfrm flipV="1">
              <a:off x="1321116" y="4267200"/>
              <a:ext cx="2603184" cy="8704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Elbow Connector 517">
              <a:extLst>
                <a:ext uri="{FF2B5EF4-FFF2-40B4-BE49-F238E27FC236}">
                  <a16:creationId xmlns:a16="http://schemas.microsoft.com/office/drawing/2014/main" id="{26BE2B55-BA61-494E-9690-037D9104BF07}"/>
                </a:ext>
              </a:extLst>
            </p:cNvPr>
            <p:cNvCxnSpPr>
              <a:cxnSpLocks/>
              <a:stCxn id="503" idx="3"/>
              <a:endCxn id="480" idx="2"/>
            </p:cNvCxnSpPr>
            <p:nvPr/>
          </p:nvCxnSpPr>
          <p:spPr>
            <a:xfrm flipV="1">
              <a:off x="1321116" y="4267200"/>
              <a:ext cx="3593784" cy="8704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Elbow Connector 518">
              <a:extLst>
                <a:ext uri="{FF2B5EF4-FFF2-40B4-BE49-F238E27FC236}">
                  <a16:creationId xmlns:a16="http://schemas.microsoft.com/office/drawing/2014/main" id="{C40A98C5-B69A-3742-8DC6-BD953A47E2C2}"/>
                </a:ext>
              </a:extLst>
            </p:cNvPr>
            <p:cNvCxnSpPr>
              <a:cxnSpLocks/>
              <a:stCxn id="503" idx="3"/>
              <a:endCxn id="481" idx="2"/>
            </p:cNvCxnSpPr>
            <p:nvPr/>
          </p:nvCxnSpPr>
          <p:spPr>
            <a:xfrm flipV="1">
              <a:off x="1321116" y="4267200"/>
              <a:ext cx="4584384" cy="8704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Elbow Connector 519">
              <a:extLst>
                <a:ext uri="{FF2B5EF4-FFF2-40B4-BE49-F238E27FC236}">
                  <a16:creationId xmlns:a16="http://schemas.microsoft.com/office/drawing/2014/main" id="{42CA02AE-A42E-114F-82DE-2677DAD48AD8}"/>
                </a:ext>
              </a:extLst>
            </p:cNvPr>
            <p:cNvCxnSpPr>
              <a:cxnSpLocks/>
              <a:stCxn id="504" idx="3"/>
              <a:endCxn id="489" idx="2"/>
            </p:cNvCxnSpPr>
            <p:nvPr/>
          </p:nvCxnSpPr>
          <p:spPr>
            <a:xfrm flipV="1">
              <a:off x="1321116" y="4267200"/>
              <a:ext cx="850584" cy="11752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Elbow Connector 520">
              <a:extLst>
                <a:ext uri="{FF2B5EF4-FFF2-40B4-BE49-F238E27FC236}">
                  <a16:creationId xmlns:a16="http://schemas.microsoft.com/office/drawing/2014/main" id="{415C07BD-805C-4E4D-9BCB-180ABFE3DB75}"/>
                </a:ext>
              </a:extLst>
            </p:cNvPr>
            <p:cNvCxnSpPr>
              <a:cxnSpLocks/>
              <a:stCxn id="504" idx="3"/>
              <a:endCxn id="490" idx="2"/>
            </p:cNvCxnSpPr>
            <p:nvPr/>
          </p:nvCxnSpPr>
          <p:spPr>
            <a:xfrm flipV="1">
              <a:off x="1321116" y="4267200"/>
              <a:ext cx="1841184" cy="11752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Elbow Connector 521">
              <a:extLst>
                <a:ext uri="{FF2B5EF4-FFF2-40B4-BE49-F238E27FC236}">
                  <a16:creationId xmlns:a16="http://schemas.microsoft.com/office/drawing/2014/main" id="{A85F2C4B-5E7D-2A41-B962-9FC2AEE63496}"/>
                </a:ext>
              </a:extLst>
            </p:cNvPr>
            <p:cNvCxnSpPr>
              <a:cxnSpLocks/>
              <a:stCxn id="504" idx="3"/>
              <a:endCxn id="491" idx="2"/>
            </p:cNvCxnSpPr>
            <p:nvPr/>
          </p:nvCxnSpPr>
          <p:spPr>
            <a:xfrm flipV="1">
              <a:off x="1321116" y="4267200"/>
              <a:ext cx="2831784" cy="11752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Elbow Connector 522">
              <a:extLst>
                <a:ext uri="{FF2B5EF4-FFF2-40B4-BE49-F238E27FC236}">
                  <a16:creationId xmlns:a16="http://schemas.microsoft.com/office/drawing/2014/main" id="{554E3CB4-D34E-BF43-8FBF-020BE19290D7}"/>
                </a:ext>
              </a:extLst>
            </p:cNvPr>
            <p:cNvCxnSpPr>
              <a:cxnSpLocks/>
              <a:stCxn id="504" idx="3"/>
              <a:endCxn id="486" idx="2"/>
            </p:cNvCxnSpPr>
            <p:nvPr/>
          </p:nvCxnSpPr>
          <p:spPr>
            <a:xfrm flipV="1">
              <a:off x="1321116" y="4267200"/>
              <a:ext cx="3822384" cy="11752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Elbow Connector 523">
              <a:extLst>
                <a:ext uri="{FF2B5EF4-FFF2-40B4-BE49-F238E27FC236}">
                  <a16:creationId xmlns:a16="http://schemas.microsoft.com/office/drawing/2014/main" id="{3B554E60-4FD5-024F-A2CD-3B74D5B981C0}"/>
                </a:ext>
              </a:extLst>
            </p:cNvPr>
            <p:cNvCxnSpPr>
              <a:cxnSpLocks/>
              <a:stCxn id="504" idx="3"/>
              <a:endCxn id="493" idx="2"/>
            </p:cNvCxnSpPr>
            <p:nvPr/>
          </p:nvCxnSpPr>
          <p:spPr>
            <a:xfrm flipV="1">
              <a:off x="1321116" y="4267200"/>
              <a:ext cx="4812984" cy="11752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36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57">
            <a:extLst>
              <a:ext uri="{FF2B5EF4-FFF2-40B4-BE49-F238E27FC236}">
                <a16:creationId xmlns:a16="http://schemas.microsoft.com/office/drawing/2014/main" id="{3EB11706-CE8B-C448-A34C-872C8F4A4CBF}"/>
              </a:ext>
            </a:extLst>
          </p:cNvPr>
          <p:cNvSpPr txBox="1"/>
          <p:nvPr/>
        </p:nvSpPr>
        <p:spPr>
          <a:xfrm>
            <a:off x="6705600" y="457200"/>
            <a:ext cx="19048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bands</a:t>
            </a:r>
          </a:p>
          <a:p>
            <a:r>
              <a:rPr lang="en-US" dirty="0"/>
              <a:t>10 rows</a:t>
            </a:r>
          </a:p>
          <a:p>
            <a:r>
              <a:rPr lang="en-US" dirty="0"/>
              <a:t>4 samples per row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3A1E59-7642-CD44-B9CB-2658F2BBFABF}"/>
              </a:ext>
            </a:extLst>
          </p:cNvPr>
          <p:cNvGrpSpPr/>
          <p:nvPr/>
        </p:nvGrpSpPr>
        <p:grpSpPr>
          <a:xfrm>
            <a:off x="533402" y="533400"/>
            <a:ext cx="4495800" cy="5638800"/>
            <a:chOff x="609600" y="304800"/>
            <a:chExt cx="4495800" cy="56388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3515DCE-8A1C-7E45-A738-7BA4F8213330}"/>
                </a:ext>
              </a:extLst>
            </p:cNvPr>
            <p:cNvSpPr/>
            <p:nvPr/>
          </p:nvSpPr>
          <p:spPr>
            <a:xfrm>
              <a:off x="1447800" y="1143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883DD8E-D31F-9A41-9561-D30F94DC202A}"/>
                </a:ext>
              </a:extLst>
            </p:cNvPr>
            <p:cNvSpPr/>
            <p:nvPr/>
          </p:nvSpPr>
          <p:spPr>
            <a:xfrm>
              <a:off x="1447800" y="3505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47426C-C285-0645-8EF2-207034D35539}"/>
                </a:ext>
              </a:extLst>
            </p:cNvPr>
            <p:cNvSpPr/>
            <p:nvPr/>
          </p:nvSpPr>
          <p:spPr>
            <a:xfrm>
              <a:off x="3048000" y="3505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585107BB-52C2-764D-AA65-ABE389EDCAE5}"/>
                </a:ext>
              </a:extLst>
            </p:cNvPr>
            <p:cNvSpPr/>
            <p:nvPr/>
          </p:nvSpPr>
          <p:spPr>
            <a:xfrm>
              <a:off x="1676400" y="1143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698FBDEB-61FA-2646-94D2-E41F4F22ACA1}"/>
                </a:ext>
              </a:extLst>
            </p:cNvPr>
            <p:cNvSpPr/>
            <p:nvPr/>
          </p:nvSpPr>
          <p:spPr>
            <a:xfrm>
              <a:off x="1676400" y="3505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774AD280-9E3B-5142-B7D0-AE2ADB538B82}"/>
                </a:ext>
              </a:extLst>
            </p:cNvPr>
            <p:cNvSpPr/>
            <p:nvPr/>
          </p:nvSpPr>
          <p:spPr>
            <a:xfrm>
              <a:off x="3276600" y="3505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896177DC-ECD2-7D47-84B3-AB790E51C80B}"/>
                </a:ext>
              </a:extLst>
            </p:cNvPr>
            <p:cNvSpPr/>
            <p:nvPr/>
          </p:nvSpPr>
          <p:spPr>
            <a:xfrm>
              <a:off x="1905000" y="1143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CE487E01-7FE4-7D4C-8E5D-2DCC62423E9F}"/>
                </a:ext>
              </a:extLst>
            </p:cNvPr>
            <p:cNvSpPr/>
            <p:nvPr/>
          </p:nvSpPr>
          <p:spPr>
            <a:xfrm>
              <a:off x="1905000" y="3505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327C6388-2B3D-8B4F-B7B7-A0A7C3829DF1}"/>
                </a:ext>
              </a:extLst>
            </p:cNvPr>
            <p:cNvSpPr/>
            <p:nvPr/>
          </p:nvSpPr>
          <p:spPr>
            <a:xfrm>
              <a:off x="2819400" y="1143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43051A79-82A4-1046-80D5-8FAE47748526}"/>
                </a:ext>
              </a:extLst>
            </p:cNvPr>
            <p:cNvSpPr/>
            <p:nvPr/>
          </p:nvSpPr>
          <p:spPr>
            <a:xfrm>
              <a:off x="3505200" y="3505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344A340B-E040-234F-A19A-C5583BB5795E}"/>
                </a:ext>
              </a:extLst>
            </p:cNvPr>
            <p:cNvSpPr/>
            <p:nvPr/>
          </p:nvSpPr>
          <p:spPr>
            <a:xfrm>
              <a:off x="4191000" y="1143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8AC48C1D-F077-9847-98BA-53947727DB68}"/>
                </a:ext>
              </a:extLst>
            </p:cNvPr>
            <p:cNvSpPr/>
            <p:nvPr/>
          </p:nvSpPr>
          <p:spPr>
            <a:xfrm>
              <a:off x="2133600" y="1143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A89A887C-1CA3-1C46-8BA1-42213B7DC525}"/>
                </a:ext>
              </a:extLst>
            </p:cNvPr>
            <p:cNvSpPr/>
            <p:nvPr/>
          </p:nvSpPr>
          <p:spPr>
            <a:xfrm>
              <a:off x="2133600" y="3505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ABD2FCEE-81CD-A34E-B2E7-63BE19EF3DE1}"/>
                </a:ext>
              </a:extLst>
            </p:cNvPr>
            <p:cNvSpPr/>
            <p:nvPr/>
          </p:nvSpPr>
          <p:spPr>
            <a:xfrm>
              <a:off x="3505200" y="1143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01480FB0-F405-B843-85FA-858125262F29}"/>
                </a:ext>
              </a:extLst>
            </p:cNvPr>
            <p:cNvSpPr/>
            <p:nvPr/>
          </p:nvSpPr>
          <p:spPr>
            <a:xfrm>
              <a:off x="2819400" y="3505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684766E9-A6BA-3248-BFB8-4D211FDC6FBA}"/>
                </a:ext>
              </a:extLst>
            </p:cNvPr>
            <p:cNvSpPr/>
            <p:nvPr/>
          </p:nvSpPr>
          <p:spPr>
            <a:xfrm>
              <a:off x="4876800" y="1143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1141EB54-B2C8-D74A-AB47-7AAE26C233E4}"/>
                </a:ext>
              </a:extLst>
            </p:cNvPr>
            <p:cNvSpPr/>
            <p:nvPr/>
          </p:nvSpPr>
          <p:spPr>
            <a:xfrm>
              <a:off x="1447800" y="1371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F0A6412B-9FDC-224B-8134-4D7D1BE07B30}"/>
                </a:ext>
              </a:extLst>
            </p:cNvPr>
            <p:cNvSpPr/>
            <p:nvPr/>
          </p:nvSpPr>
          <p:spPr>
            <a:xfrm>
              <a:off x="14478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71A4B4A0-830E-3A49-AB08-C018CF3C6491}"/>
                </a:ext>
              </a:extLst>
            </p:cNvPr>
            <p:cNvSpPr/>
            <p:nvPr/>
          </p:nvSpPr>
          <p:spPr>
            <a:xfrm>
              <a:off x="3048000" y="1371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5FBEE72D-5C45-3A4B-8921-7F463FF0D103}"/>
                </a:ext>
              </a:extLst>
            </p:cNvPr>
            <p:cNvSpPr/>
            <p:nvPr/>
          </p:nvSpPr>
          <p:spPr>
            <a:xfrm>
              <a:off x="30480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B8C2F666-1841-5448-8B45-F020EB6039FA}"/>
                </a:ext>
              </a:extLst>
            </p:cNvPr>
            <p:cNvSpPr/>
            <p:nvPr/>
          </p:nvSpPr>
          <p:spPr>
            <a:xfrm>
              <a:off x="4419600" y="1371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172ACA7E-1655-6346-BFB1-5DE0B6F7F4E0}"/>
                </a:ext>
              </a:extLst>
            </p:cNvPr>
            <p:cNvSpPr/>
            <p:nvPr/>
          </p:nvSpPr>
          <p:spPr>
            <a:xfrm>
              <a:off x="1676400" y="1371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7BD41C6B-51FB-A94F-8E45-F4292695B27E}"/>
                </a:ext>
              </a:extLst>
            </p:cNvPr>
            <p:cNvSpPr/>
            <p:nvPr/>
          </p:nvSpPr>
          <p:spPr>
            <a:xfrm>
              <a:off x="16764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E97AF6B4-56F1-0945-888E-787F08FF7E35}"/>
                </a:ext>
              </a:extLst>
            </p:cNvPr>
            <p:cNvSpPr/>
            <p:nvPr/>
          </p:nvSpPr>
          <p:spPr>
            <a:xfrm>
              <a:off x="3276600" y="1371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1372C4BD-3DB5-5E47-BDCB-0E790A63629D}"/>
                </a:ext>
              </a:extLst>
            </p:cNvPr>
            <p:cNvSpPr/>
            <p:nvPr/>
          </p:nvSpPr>
          <p:spPr>
            <a:xfrm>
              <a:off x="32766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058A631B-5545-A540-9023-F785AC9EEDC6}"/>
                </a:ext>
              </a:extLst>
            </p:cNvPr>
            <p:cNvSpPr/>
            <p:nvPr/>
          </p:nvSpPr>
          <p:spPr>
            <a:xfrm>
              <a:off x="4648200" y="1371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22367BAD-7EDA-A34F-A4D2-5B0C8EC97BD9}"/>
                </a:ext>
              </a:extLst>
            </p:cNvPr>
            <p:cNvSpPr/>
            <p:nvPr/>
          </p:nvSpPr>
          <p:spPr>
            <a:xfrm>
              <a:off x="1905000" y="1371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4DE91894-C372-F341-9479-9F2D6196C1FE}"/>
                </a:ext>
              </a:extLst>
            </p:cNvPr>
            <p:cNvSpPr/>
            <p:nvPr/>
          </p:nvSpPr>
          <p:spPr>
            <a:xfrm>
              <a:off x="19050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F8472636-33AF-5946-87A5-113A595BDDD5}"/>
                </a:ext>
              </a:extLst>
            </p:cNvPr>
            <p:cNvSpPr/>
            <p:nvPr/>
          </p:nvSpPr>
          <p:spPr>
            <a:xfrm>
              <a:off x="2819400" y="1371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F94DCC1E-E63B-4D40-A126-02DCC9905496}"/>
                </a:ext>
              </a:extLst>
            </p:cNvPr>
            <p:cNvSpPr/>
            <p:nvPr/>
          </p:nvSpPr>
          <p:spPr>
            <a:xfrm>
              <a:off x="35052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2F5DCA1F-E23F-1E4B-8A9C-3C9C24A79483}"/>
                </a:ext>
              </a:extLst>
            </p:cNvPr>
            <p:cNvSpPr/>
            <p:nvPr/>
          </p:nvSpPr>
          <p:spPr>
            <a:xfrm>
              <a:off x="4191000" y="1371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4200BF95-6BD6-8944-882C-28C028D9D502}"/>
                </a:ext>
              </a:extLst>
            </p:cNvPr>
            <p:cNvSpPr/>
            <p:nvPr/>
          </p:nvSpPr>
          <p:spPr>
            <a:xfrm>
              <a:off x="2133600" y="1371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7631BF24-D14C-E54C-AE8C-EE552E89E181}"/>
                </a:ext>
              </a:extLst>
            </p:cNvPr>
            <p:cNvSpPr/>
            <p:nvPr/>
          </p:nvSpPr>
          <p:spPr>
            <a:xfrm>
              <a:off x="21336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E4A5CE00-B170-4244-9AE1-98CF7381BC7F}"/>
                </a:ext>
              </a:extLst>
            </p:cNvPr>
            <p:cNvSpPr/>
            <p:nvPr/>
          </p:nvSpPr>
          <p:spPr>
            <a:xfrm>
              <a:off x="3505200" y="1371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CBD5E101-AAA5-B447-B6B7-A3806C7615E3}"/>
                </a:ext>
              </a:extLst>
            </p:cNvPr>
            <p:cNvSpPr/>
            <p:nvPr/>
          </p:nvSpPr>
          <p:spPr>
            <a:xfrm>
              <a:off x="28194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BBCB22A5-2F60-8444-8B33-249073D190BD}"/>
                </a:ext>
              </a:extLst>
            </p:cNvPr>
            <p:cNvSpPr/>
            <p:nvPr/>
          </p:nvSpPr>
          <p:spPr>
            <a:xfrm>
              <a:off x="4876800" y="1371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F9E175E8-9E70-9A4F-B23B-A035302C684E}"/>
                </a:ext>
              </a:extLst>
            </p:cNvPr>
            <p:cNvSpPr/>
            <p:nvPr/>
          </p:nvSpPr>
          <p:spPr>
            <a:xfrm>
              <a:off x="14478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AC388623-5C3A-654C-BB1C-C3F8D8E0D4F3}"/>
                </a:ext>
              </a:extLst>
            </p:cNvPr>
            <p:cNvSpPr/>
            <p:nvPr/>
          </p:nvSpPr>
          <p:spPr>
            <a:xfrm>
              <a:off x="1447800" y="3962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98B1046C-A582-2E40-8556-9C79D0EB2085}"/>
                </a:ext>
              </a:extLst>
            </p:cNvPr>
            <p:cNvSpPr/>
            <p:nvPr/>
          </p:nvSpPr>
          <p:spPr>
            <a:xfrm>
              <a:off x="30480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A907D7E9-8DF5-6049-9543-8CE1D9FA4F15}"/>
                </a:ext>
              </a:extLst>
            </p:cNvPr>
            <p:cNvSpPr/>
            <p:nvPr/>
          </p:nvSpPr>
          <p:spPr>
            <a:xfrm>
              <a:off x="3048000" y="3962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231FB917-565B-EF44-9481-FD4590A73026}"/>
                </a:ext>
              </a:extLst>
            </p:cNvPr>
            <p:cNvSpPr/>
            <p:nvPr/>
          </p:nvSpPr>
          <p:spPr>
            <a:xfrm>
              <a:off x="44196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7A0931A5-621B-6E42-AB5A-90FC7F11E488}"/>
                </a:ext>
              </a:extLst>
            </p:cNvPr>
            <p:cNvSpPr/>
            <p:nvPr/>
          </p:nvSpPr>
          <p:spPr>
            <a:xfrm>
              <a:off x="16764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04006848-15D3-0C44-9B99-E83D30966D01}"/>
                </a:ext>
              </a:extLst>
            </p:cNvPr>
            <p:cNvSpPr/>
            <p:nvPr/>
          </p:nvSpPr>
          <p:spPr>
            <a:xfrm>
              <a:off x="1676400" y="3962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AEB9F81D-1950-E54E-BB9D-141EBA19592B}"/>
                </a:ext>
              </a:extLst>
            </p:cNvPr>
            <p:cNvSpPr/>
            <p:nvPr/>
          </p:nvSpPr>
          <p:spPr>
            <a:xfrm>
              <a:off x="32766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56765F6A-90E7-8941-AB2B-C16ED07DCD5E}"/>
                </a:ext>
              </a:extLst>
            </p:cNvPr>
            <p:cNvSpPr/>
            <p:nvPr/>
          </p:nvSpPr>
          <p:spPr>
            <a:xfrm>
              <a:off x="3276600" y="3962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ADC1D8D2-E2F9-B74C-9C0C-354BEEB8B74A}"/>
                </a:ext>
              </a:extLst>
            </p:cNvPr>
            <p:cNvSpPr/>
            <p:nvPr/>
          </p:nvSpPr>
          <p:spPr>
            <a:xfrm>
              <a:off x="46482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0680D87F-02A5-1347-BAC1-C48F8904D8C1}"/>
                </a:ext>
              </a:extLst>
            </p:cNvPr>
            <p:cNvSpPr/>
            <p:nvPr/>
          </p:nvSpPr>
          <p:spPr>
            <a:xfrm>
              <a:off x="19050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5220CB93-905E-5345-A51C-84AFFA1F25AE}"/>
                </a:ext>
              </a:extLst>
            </p:cNvPr>
            <p:cNvSpPr/>
            <p:nvPr/>
          </p:nvSpPr>
          <p:spPr>
            <a:xfrm>
              <a:off x="1905000" y="3962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2A5C2FF8-4542-5F43-8A1D-DE9E6412D8C2}"/>
                </a:ext>
              </a:extLst>
            </p:cNvPr>
            <p:cNvSpPr/>
            <p:nvPr/>
          </p:nvSpPr>
          <p:spPr>
            <a:xfrm>
              <a:off x="28194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F4618AD1-04D6-F642-A709-B677C634EE3D}"/>
                </a:ext>
              </a:extLst>
            </p:cNvPr>
            <p:cNvSpPr/>
            <p:nvPr/>
          </p:nvSpPr>
          <p:spPr>
            <a:xfrm>
              <a:off x="3505200" y="3962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0A33973F-7A08-C243-A27A-DB698AD98699}"/>
                </a:ext>
              </a:extLst>
            </p:cNvPr>
            <p:cNvSpPr/>
            <p:nvPr/>
          </p:nvSpPr>
          <p:spPr>
            <a:xfrm>
              <a:off x="41910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22D61F49-353D-3246-BEDE-D51F116A3956}"/>
                </a:ext>
              </a:extLst>
            </p:cNvPr>
            <p:cNvSpPr/>
            <p:nvPr/>
          </p:nvSpPr>
          <p:spPr>
            <a:xfrm>
              <a:off x="21336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5647EFE5-0E44-C548-8E0A-78AF5242333B}"/>
                </a:ext>
              </a:extLst>
            </p:cNvPr>
            <p:cNvSpPr/>
            <p:nvPr/>
          </p:nvSpPr>
          <p:spPr>
            <a:xfrm>
              <a:off x="2133600" y="3962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A851E43A-0B9F-EE43-9086-8B42B00C6C85}"/>
                </a:ext>
              </a:extLst>
            </p:cNvPr>
            <p:cNvSpPr/>
            <p:nvPr/>
          </p:nvSpPr>
          <p:spPr>
            <a:xfrm>
              <a:off x="35052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4AB95F60-9BB9-9446-8053-241585205C02}"/>
                </a:ext>
              </a:extLst>
            </p:cNvPr>
            <p:cNvSpPr/>
            <p:nvPr/>
          </p:nvSpPr>
          <p:spPr>
            <a:xfrm>
              <a:off x="2819400" y="3962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31E45DF8-C1E5-5949-8DA0-C0A6C3D06D87}"/>
                </a:ext>
              </a:extLst>
            </p:cNvPr>
            <p:cNvSpPr/>
            <p:nvPr/>
          </p:nvSpPr>
          <p:spPr>
            <a:xfrm>
              <a:off x="48768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33868F0F-FC5E-E54C-9D12-360553CD6470}"/>
                </a:ext>
              </a:extLst>
            </p:cNvPr>
            <p:cNvSpPr/>
            <p:nvPr/>
          </p:nvSpPr>
          <p:spPr>
            <a:xfrm>
              <a:off x="1447800" y="1828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D889FB67-E872-D24E-8584-0B9CE7BC6EE9}"/>
                </a:ext>
              </a:extLst>
            </p:cNvPr>
            <p:cNvSpPr/>
            <p:nvPr/>
          </p:nvSpPr>
          <p:spPr>
            <a:xfrm>
              <a:off x="1447800" y="4191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FC6C7626-BBE2-8C41-B938-C6C3C5DB6092}"/>
                </a:ext>
              </a:extLst>
            </p:cNvPr>
            <p:cNvSpPr/>
            <p:nvPr/>
          </p:nvSpPr>
          <p:spPr>
            <a:xfrm>
              <a:off x="3048000" y="1828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F678BF79-5D26-A64F-ACB6-019632EE3B2F}"/>
                </a:ext>
              </a:extLst>
            </p:cNvPr>
            <p:cNvSpPr/>
            <p:nvPr/>
          </p:nvSpPr>
          <p:spPr>
            <a:xfrm>
              <a:off x="3048000" y="4191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756266B8-E393-2049-8DF3-873745DC0970}"/>
                </a:ext>
              </a:extLst>
            </p:cNvPr>
            <p:cNvSpPr/>
            <p:nvPr/>
          </p:nvSpPr>
          <p:spPr>
            <a:xfrm>
              <a:off x="4419600" y="1828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CD55304D-6732-AB4E-83DF-DE43A3A20A4A}"/>
                </a:ext>
              </a:extLst>
            </p:cNvPr>
            <p:cNvSpPr/>
            <p:nvPr/>
          </p:nvSpPr>
          <p:spPr>
            <a:xfrm>
              <a:off x="1676400" y="1828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6174ECC8-37E9-7F4B-A28C-E22CE461B980}"/>
                </a:ext>
              </a:extLst>
            </p:cNvPr>
            <p:cNvSpPr/>
            <p:nvPr/>
          </p:nvSpPr>
          <p:spPr>
            <a:xfrm>
              <a:off x="1676400" y="4191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8F6F789E-0917-084E-B134-0B9B0CFE0DE5}"/>
                </a:ext>
              </a:extLst>
            </p:cNvPr>
            <p:cNvSpPr/>
            <p:nvPr/>
          </p:nvSpPr>
          <p:spPr>
            <a:xfrm>
              <a:off x="3276600" y="1828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0C44AEB8-5FBA-004D-B1EC-9CC9555745B3}"/>
                </a:ext>
              </a:extLst>
            </p:cNvPr>
            <p:cNvSpPr/>
            <p:nvPr/>
          </p:nvSpPr>
          <p:spPr>
            <a:xfrm>
              <a:off x="3276600" y="4191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BC93D689-986B-CF47-93D4-491F0FAEB041}"/>
                </a:ext>
              </a:extLst>
            </p:cNvPr>
            <p:cNvSpPr/>
            <p:nvPr/>
          </p:nvSpPr>
          <p:spPr>
            <a:xfrm>
              <a:off x="4648200" y="1828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5E4115F4-1BD2-B545-9DB5-10D0F49E56D1}"/>
                </a:ext>
              </a:extLst>
            </p:cNvPr>
            <p:cNvSpPr/>
            <p:nvPr/>
          </p:nvSpPr>
          <p:spPr>
            <a:xfrm>
              <a:off x="1905000" y="1828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4C1FDAA3-E8D4-F241-B046-9E70B36EF2CD}"/>
                </a:ext>
              </a:extLst>
            </p:cNvPr>
            <p:cNvSpPr/>
            <p:nvPr/>
          </p:nvSpPr>
          <p:spPr>
            <a:xfrm>
              <a:off x="1905000" y="4191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D700DA39-2B60-A14A-BE5A-64EFEE35A526}"/>
                </a:ext>
              </a:extLst>
            </p:cNvPr>
            <p:cNvSpPr/>
            <p:nvPr/>
          </p:nvSpPr>
          <p:spPr>
            <a:xfrm>
              <a:off x="2819400" y="1828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ECC1C072-F376-FC43-9E42-3CDCC3C0DD7A}"/>
                </a:ext>
              </a:extLst>
            </p:cNvPr>
            <p:cNvSpPr/>
            <p:nvPr/>
          </p:nvSpPr>
          <p:spPr>
            <a:xfrm>
              <a:off x="3505200" y="4191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BE65AF2E-E2ED-314F-891C-80FFC74E617A}"/>
                </a:ext>
              </a:extLst>
            </p:cNvPr>
            <p:cNvSpPr/>
            <p:nvPr/>
          </p:nvSpPr>
          <p:spPr>
            <a:xfrm>
              <a:off x="4191000" y="1828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FF9928A4-3D3F-9842-A4AF-A08EE4603529}"/>
                </a:ext>
              </a:extLst>
            </p:cNvPr>
            <p:cNvSpPr/>
            <p:nvPr/>
          </p:nvSpPr>
          <p:spPr>
            <a:xfrm>
              <a:off x="2133600" y="1828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854A64DF-6E53-4E4A-A87E-56FBA10D0D27}"/>
                </a:ext>
              </a:extLst>
            </p:cNvPr>
            <p:cNvSpPr/>
            <p:nvPr/>
          </p:nvSpPr>
          <p:spPr>
            <a:xfrm>
              <a:off x="2133600" y="4191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0367F680-93FA-2E43-A7E3-5F9843A03DD9}"/>
                </a:ext>
              </a:extLst>
            </p:cNvPr>
            <p:cNvSpPr/>
            <p:nvPr/>
          </p:nvSpPr>
          <p:spPr>
            <a:xfrm>
              <a:off x="3505200" y="1828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796E8395-AEAC-214A-882F-BE7500CC7CAD}"/>
                </a:ext>
              </a:extLst>
            </p:cNvPr>
            <p:cNvSpPr/>
            <p:nvPr/>
          </p:nvSpPr>
          <p:spPr>
            <a:xfrm>
              <a:off x="2819400" y="4191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CC8FDC8C-BF56-CD4A-9553-34F6D19152B7}"/>
                </a:ext>
              </a:extLst>
            </p:cNvPr>
            <p:cNvSpPr/>
            <p:nvPr/>
          </p:nvSpPr>
          <p:spPr>
            <a:xfrm>
              <a:off x="4876800" y="1828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7F186353-764C-D346-A31D-298B9827EB3B}"/>
                </a:ext>
              </a:extLst>
            </p:cNvPr>
            <p:cNvSpPr/>
            <p:nvPr/>
          </p:nvSpPr>
          <p:spPr>
            <a:xfrm>
              <a:off x="1447800" y="2057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269BFD61-FA7C-544D-9A99-2529E1BEE925}"/>
                </a:ext>
              </a:extLst>
            </p:cNvPr>
            <p:cNvSpPr/>
            <p:nvPr/>
          </p:nvSpPr>
          <p:spPr>
            <a:xfrm>
              <a:off x="1447800" y="4419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974303B1-8FC0-334E-87EE-4BB7C62BAB96}"/>
                </a:ext>
              </a:extLst>
            </p:cNvPr>
            <p:cNvSpPr/>
            <p:nvPr/>
          </p:nvSpPr>
          <p:spPr>
            <a:xfrm>
              <a:off x="3048000" y="2057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C8FEE16F-49ED-4945-B48E-E4835553E401}"/>
                </a:ext>
              </a:extLst>
            </p:cNvPr>
            <p:cNvSpPr/>
            <p:nvPr/>
          </p:nvSpPr>
          <p:spPr>
            <a:xfrm>
              <a:off x="3048000" y="4419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DB554A1F-D921-204B-8900-CA76AD8A5F08}"/>
                </a:ext>
              </a:extLst>
            </p:cNvPr>
            <p:cNvSpPr/>
            <p:nvPr/>
          </p:nvSpPr>
          <p:spPr>
            <a:xfrm>
              <a:off x="4419600" y="2057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C348CF64-B135-F347-B42D-D3026FE2DA37}"/>
                </a:ext>
              </a:extLst>
            </p:cNvPr>
            <p:cNvSpPr/>
            <p:nvPr/>
          </p:nvSpPr>
          <p:spPr>
            <a:xfrm>
              <a:off x="1676400" y="2057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51552E0C-3E9A-6A4B-8A20-3B8BF726A724}"/>
                </a:ext>
              </a:extLst>
            </p:cNvPr>
            <p:cNvSpPr/>
            <p:nvPr/>
          </p:nvSpPr>
          <p:spPr>
            <a:xfrm>
              <a:off x="1676400" y="4419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D1787F3F-50AC-4740-9092-FB7D3604AC26}"/>
                </a:ext>
              </a:extLst>
            </p:cNvPr>
            <p:cNvSpPr/>
            <p:nvPr/>
          </p:nvSpPr>
          <p:spPr>
            <a:xfrm>
              <a:off x="3276600" y="2057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CE9774D1-0201-6142-8A20-FCA0F29560AD}"/>
                </a:ext>
              </a:extLst>
            </p:cNvPr>
            <p:cNvSpPr/>
            <p:nvPr/>
          </p:nvSpPr>
          <p:spPr>
            <a:xfrm>
              <a:off x="3276600" y="4419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247B4FBB-4C79-CC41-9F96-87720846A30E}"/>
                </a:ext>
              </a:extLst>
            </p:cNvPr>
            <p:cNvSpPr/>
            <p:nvPr/>
          </p:nvSpPr>
          <p:spPr>
            <a:xfrm>
              <a:off x="4648200" y="2057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6F20842A-264A-704E-9BCB-707924B0F864}"/>
                </a:ext>
              </a:extLst>
            </p:cNvPr>
            <p:cNvSpPr/>
            <p:nvPr/>
          </p:nvSpPr>
          <p:spPr>
            <a:xfrm>
              <a:off x="1905000" y="2057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2FC75D1C-4794-1E4F-A937-F7DCB16AE0DB}"/>
                </a:ext>
              </a:extLst>
            </p:cNvPr>
            <p:cNvSpPr/>
            <p:nvPr/>
          </p:nvSpPr>
          <p:spPr>
            <a:xfrm>
              <a:off x="1905000" y="4419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E9BC455D-65A7-A841-8B80-D20D57832150}"/>
                </a:ext>
              </a:extLst>
            </p:cNvPr>
            <p:cNvSpPr/>
            <p:nvPr/>
          </p:nvSpPr>
          <p:spPr>
            <a:xfrm>
              <a:off x="2819400" y="2057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B0BCD4CB-4AC8-B546-94F6-B95EE058D3CF}"/>
                </a:ext>
              </a:extLst>
            </p:cNvPr>
            <p:cNvSpPr/>
            <p:nvPr/>
          </p:nvSpPr>
          <p:spPr>
            <a:xfrm>
              <a:off x="3505200" y="4419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617DF422-F64E-3E40-9819-1A4174DA2C65}"/>
                </a:ext>
              </a:extLst>
            </p:cNvPr>
            <p:cNvSpPr/>
            <p:nvPr/>
          </p:nvSpPr>
          <p:spPr>
            <a:xfrm>
              <a:off x="4191000" y="2057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8BF98F64-C5EF-BC4C-93BA-13C71E807D95}"/>
                </a:ext>
              </a:extLst>
            </p:cNvPr>
            <p:cNvSpPr/>
            <p:nvPr/>
          </p:nvSpPr>
          <p:spPr>
            <a:xfrm>
              <a:off x="2133600" y="2057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0EF75DCE-F227-F141-93DD-D1129755042A}"/>
                </a:ext>
              </a:extLst>
            </p:cNvPr>
            <p:cNvSpPr/>
            <p:nvPr/>
          </p:nvSpPr>
          <p:spPr>
            <a:xfrm>
              <a:off x="2133600" y="4419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A234A9BE-0DB2-AA45-9B8F-C3D8C01576F8}"/>
                </a:ext>
              </a:extLst>
            </p:cNvPr>
            <p:cNvSpPr/>
            <p:nvPr/>
          </p:nvSpPr>
          <p:spPr>
            <a:xfrm>
              <a:off x="3505200" y="2057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3ABD34A3-6F24-7D49-A2F4-1C660A245A65}"/>
                </a:ext>
              </a:extLst>
            </p:cNvPr>
            <p:cNvSpPr/>
            <p:nvPr/>
          </p:nvSpPr>
          <p:spPr>
            <a:xfrm>
              <a:off x="2819400" y="4419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7D23AF81-2135-9B4D-B473-C692A8D50305}"/>
                </a:ext>
              </a:extLst>
            </p:cNvPr>
            <p:cNvSpPr/>
            <p:nvPr/>
          </p:nvSpPr>
          <p:spPr>
            <a:xfrm>
              <a:off x="4876800" y="2057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F27A6F2D-FFFE-F54E-A72A-133256CB5B51}"/>
                </a:ext>
              </a:extLst>
            </p:cNvPr>
            <p:cNvSpPr/>
            <p:nvPr/>
          </p:nvSpPr>
          <p:spPr>
            <a:xfrm>
              <a:off x="1447800" y="2286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091DFEC4-4BCC-1A47-A4FE-5DD552E23519}"/>
                </a:ext>
              </a:extLst>
            </p:cNvPr>
            <p:cNvSpPr/>
            <p:nvPr/>
          </p:nvSpPr>
          <p:spPr>
            <a:xfrm>
              <a:off x="1447800" y="4648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F47B8308-A5BD-9D4A-98E9-709C33AA7854}"/>
                </a:ext>
              </a:extLst>
            </p:cNvPr>
            <p:cNvSpPr/>
            <p:nvPr/>
          </p:nvSpPr>
          <p:spPr>
            <a:xfrm>
              <a:off x="3048000" y="2286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E662B56C-FD4B-6F49-8116-7F2AD1A523C1}"/>
                </a:ext>
              </a:extLst>
            </p:cNvPr>
            <p:cNvSpPr/>
            <p:nvPr/>
          </p:nvSpPr>
          <p:spPr>
            <a:xfrm>
              <a:off x="3048000" y="4648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CEE21311-34C2-4945-A031-580B53B4269D}"/>
                </a:ext>
              </a:extLst>
            </p:cNvPr>
            <p:cNvSpPr/>
            <p:nvPr/>
          </p:nvSpPr>
          <p:spPr>
            <a:xfrm>
              <a:off x="4419600" y="2286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35F79E92-5947-294C-ACC9-EB5B390F360E}"/>
                </a:ext>
              </a:extLst>
            </p:cNvPr>
            <p:cNvSpPr/>
            <p:nvPr/>
          </p:nvSpPr>
          <p:spPr>
            <a:xfrm>
              <a:off x="1676400" y="2286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8934FAB2-13C4-9D4C-A7FB-39727FA5C5ED}"/>
                </a:ext>
              </a:extLst>
            </p:cNvPr>
            <p:cNvSpPr/>
            <p:nvPr/>
          </p:nvSpPr>
          <p:spPr>
            <a:xfrm>
              <a:off x="1676400" y="4648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4211CB99-8EB1-DD42-A153-9F5A11C6DB6B}"/>
                </a:ext>
              </a:extLst>
            </p:cNvPr>
            <p:cNvSpPr/>
            <p:nvPr/>
          </p:nvSpPr>
          <p:spPr>
            <a:xfrm>
              <a:off x="3276600" y="2286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A9EDB4D4-DF05-7443-A0FB-76D95C88DA80}"/>
                </a:ext>
              </a:extLst>
            </p:cNvPr>
            <p:cNvSpPr/>
            <p:nvPr/>
          </p:nvSpPr>
          <p:spPr>
            <a:xfrm>
              <a:off x="3276600" y="4648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1E0264BF-B7F1-C340-BADE-D8F154319D00}"/>
                </a:ext>
              </a:extLst>
            </p:cNvPr>
            <p:cNvSpPr/>
            <p:nvPr/>
          </p:nvSpPr>
          <p:spPr>
            <a:xfrm>
              <a:off x="4648200" y="2286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08D2EBDD-B5E1-EA49-9E91-4E3CD3789264}"/>
                </a:ext>
              </a:extLst>
            </p:cNvPr>
            <p:cNvSpPr/>
            <p:nvPr/>
          </p:nvSpPr>
          <p:spPr>
            <a:xfrm>
              <a:off x="1905000" y="2286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119A33C7-DBBE-894C-A434-744A28E76E61}"/>
                </a:ext>
              </a:extLst>
            </p:cNvPr>
            <p:cNvSpPr/>
            <p:nvPr/>
          </p:nvSpPr>
          <p:spPr>
            <a:xfrm>
              <a:off x="1905000" y="4648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47C71DDD-1CB8-D944-BEF6-B6D818C09790}"/>
                </a:ext>
              </a:extLst>
            </p:cNvPr>
            <p:cNvSpPr/>
            <p:nvPr/>
          </p:nvSpPr>
          <p:spPr>
            <a:xfrm>
              <a:off x="2819400" y="2286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32F28BF3-CF8F-E44E-AD5C-ACF037A68985}"/>
                </a:ext>
              </a:extLst>
            </p:cNvPr>
            <p:cNvSpPr/>
            <p:nvPr/>
          </p:nvSpPr>
          <p:spPr>
            <a:xfrm>
              <a:off x="3505200" y="4648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ECF6F1F2-0EEB-C44D-B96D-5DC9C9587F1A}"/>
                </a:ext>
              </a:extLst>
            </p:cNvPr>
            <p:cNvSpPr/>
            <p:nvPr/>
          </p:nvSpPr>
          <p:spPr>
            <a:xfrm>
              <a:off x="4191000" y="2286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3DA97F84-B91F-8243-A15D-062B70DB4C10}"/>
                </a:ext>
              </a:extLst>
            </p:cNvPr>
            <p:cNvSpPr/>
            <p:nvPr/>
          </p:nvSpPr>
          <p:spPr>
            <a:xfrm>
              <a:off x="2133600" y="2286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AF0683C9-38B8-3D44-AF90-A9FD34FB1470}"/>
                </a:ext>
              </a:extLst>
            </p:cNvPr>
            <p:cNvSpPr/>
            <p:nvPr/>
          </p:nvSpPr>
          <p:spPr>
            <a:xfrm>
              <a:off x="2133600" y="4648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43D0D832-7322-0144-9367-055DCE34782B}"/>
                </a:ext>
              </a:extLst>
            </p:cNvPr>
            <p:cNvSpPr/>
            <p:nvPr/>
          </p:nvSpPr>
          <p:spPr>
            <a:xfrm>
              <a:off x="3505200" y="2286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0565906D-63BC-824C-BD33-40A0571A5255}"/>
                </a:ext>
              </a:extLst>
            </p:cNvPr>
            <p:cNvSpPr/>
            <p:nvPr/>
          </p:nvSpPr>
          <p:spPr>
            <a:xfrm>
              <a:off x="2819400" y="4648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F93FD855-4BE8-A54C-BC4F-CE39EDFE7D3F}"/>
                </a:ext>
              </a:extLst>
            </p:cNvPr>
            <p:cNvSpPr/>
            <p:nvPr/>
          </p:nvSpPr>
          <p:spPr>
            <a:xfrm>
              <a:off x="4876800" y="2286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74C30523-578A-0B41-9057-9FE5E17A3AF9}"/>
                </a:ext>
              </a:extLst>
            </p:cNvPr>
            <p:cNvSpPr/>
            <p:nvPr/>
          </p:nvSpPr>
          <p:spPr>
            <a:xfrm>
              <a:off x="14478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3920CBF1-A694-424D-9B45-C5C75663C35E}"/>
                </a:ext>
              </a:extLst>
            </p:cNvPr>
            <p:cNvSpPr/>
            <p:nvPr/>
          </p:nvSpPr>
          <p:spPr>
            <a:xfrm>
              <a:off x="1447800" y="4876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5C811F50-AC70-E947-8217-9D930322C3B5}"/>
                </a:ext>
              </a:extLst>
            </p:cNvPr>
            <p:cNvSpPr/>
            <p:nvPr/>
          </p:nvSpPr>
          <p:spPr>
            <a:xfrm>
              <a:off x="30480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4E7FB3DE-F80B-1B40-8313-43F1FA199F60}"/>
                </a:ext>
              </a:extLst>
            </p:cNvPr>
            <p:cNvSpPr/>
            <p:nvPr/>
          </p:nvSpPr>
          <p:spPr>
            <a:xfrm>
              <a:off x="3048000" y="4876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D6BC51F5-03AF-CB49-A59D-2552C1DAE423}"/>
                </a:ext>
              </a:extLst>
            </p:cNvPr>
            <p:cNvSpPr/>
            <p:nvPr/>
          </p:nvSpPr>
          <p:spPr>
            <a:xfrm>
              <a:off x="44196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0BF4CC77-5273-F94E-AEA2-980EC803DF98}"/>
                </a:ext>
              </a:extLst>
            </p:cNvPr>
            <p:cNvSpPr/>
            <p:nvPr/>
          </p:nvSpPr>
          <p:spPr>
            <a:xfrm>
              <a:off x="16764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953D0A21-88C7-984E-9DB8-542544D8DDB5}"/>
                </a:ext>
              </a:extLst>
            </p:cNvPr>
            <p:cNvSpPr/>
            <p:nvPr/>
          </p:nvSpPr>
          <p:spPr>
            <a:xfrm>
              <a:off x="1676400" y="4876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B514F199-227D-854D-A3DE-67428C913BD5}"/>
                </a:ext>
              </a:extLst>
            </p:cNvPr>
            <p:cNvSpPr/>
            <p:nvPr/>
          </p:nvSpPr>
          <p:spPr>
            <a:xfrm>
              <a:off x="32766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9F666B63-AE54-DE4F-9007-C23884FECAF9}"/>
                </a:ext>
              </a:extLst>
            </p:cNvPr>
            <p:cNvSpPr/>
            <p:nvPr/>
          </p:nvSpPr>
          <p:spPr>
            <a:xfrm>
              <a:off x="3276600" y="4876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62F21017-ED7B-6F4F-90AF-2CB42D5480E9}"/>
                </a:ext>
              </a:extLst>
            </p:cNvPr>
            <p:cNvSpPr/>
            <p:nvPr/>
          </p:nvSpPr>
          <p:spPr>
            <a:xfrm>
              <a:off x="46482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51F9D958-CBCA-1949-BCCC-E3B7947B736D}"/>
                </a:ext>
              </a:extLst>
            </p:cNvPr>
            <p:cNvSpPr/>
            <p:nvPr/>
          </p:nvSpPr>
          <p:spPr>
            <a:xfrm>
              <a:off x="19050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BE32E453-CF4C-5E4C-B3CD-08D41A277356}"/>
                </a:ext>
              </a:extLst>
            </p:cNvPr>
            <p:cNvSpPr/>
            <p:nvPr/>
          </p:nvSpPr>
          <p:spPr>
            <a:xfrm>
              <a:off x="1905000" y="4876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37942CA4-38AF-364A-9CA7-7827E0D93F55}"/>
                </a:ext>
              </a:extLst>
            </p:cNvPr>
            <p:cNvSpPr/>
            <p:nvPr/>
          </p:nvSpPr>
          <p:spPr>
            <a:xfrm>
              <a:off x="28194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116FE8BE-73E3-9547-9C86-7F21BB7AB958}"/>
                </a:ext>
              </a:extLst>
            </p:cNvPr>
            <p:cNvSpPr/>
            <p:nvPr/>
          </p:nvSpPr>
          <p:spPr>
            <a:xfrm>
              <a:off x="3505200" y="4876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2DD7A966-DB0F-9B42-8220-67B3402EA24F}"/>
                </a:ext>
              </a:extLst>
            </p:cNvPr>
            <p:cNvSpPr/>
            <p:nvPr/>
          </p:nvSpPr>
          <p:spPr>
            <a:xfrm>
              <a:off x="41910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C0848F2A-4480-1849-93B4-16C1A943D128}"/>
                </a:ext>
              </a:extLst>
            </p:cNvPr>
            <p:cNvSpPr/>
            <p:nvPr/>
          </p:nvSpPr>
          <p:spPr>
            <a:xfrm>
              <a:off x="21336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027619CB-844C-834E-A866-7FEE1B35B74E}"/>
                </a:ext>
              </a:extLst>
            </p:cNvPr>
            <p:cNvSpPr/>
            <p:nvPr/>
          </p:nvSpPr>
          <p:spPr>
            <a:xfrm>
              <a:off x="2133600" y="4876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C9EAD8DA-B322-2342-8076-F1BC91A3301A}"/>
                </a:ext>
              </a:extLst>
            </p:cNvPr>
            <p:cNvSpPr/>
            <p:nvPr/>
          </p:nvSpPr>
          <p:spPr>
            <a:xfrm>
              <a:off x="35052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7FC70E5E-E705-BF4B-889A-F4E7D41C7D80}"/>
                </a:ext>
              </a:extLst>
            </p:cNvPr>
            <p:cNvSpPr/>
            <p:nvPr/>
          </p:nvSpPr>
          <p:spPr>
            <a:xfrm>
              <a:off x="2819400" y="4876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5BBF7D9F-1FE6-2C46-B8BC-C199E058CA64}"/>
                </a:ext>
              </a:extLst>
            </p:cNvPr>
            <p:cNvSpPr/>
            <p:nvPr/>
          </p:nvSpPr>
          <p:spPr>
            <a:xfrm>
              <a:off x="48768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713B6A1E-8476-EB43-B18D-AE698E72A16F}"/>
                </a:ext>
              </a:extLst>
            </p:cNvPr>
            <p:cNvSpPr/>
            <p:nvPr/>
          </p:nvSpPr>
          <p:spPr>
            <a:xfrm>
              <a:off x="1447800" y="2743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F4C1AB83-0B94-4041-A685-EF26EA2C9FAE}"/>
                </a:ext>
              </a:extLst>
            </p:cNvPr>
            <p:cNvSpPr/>
            <p:nvPr/>
          </p:nvSpPr>
          <p:spPr>
            <a:xfrm>
              <a:off x="1447800" y="510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0DB3360D-A901-3E4D-B569-AD8747A797F1}"/>
                </a:ext>
              </a:extLst>
            </p:cNvPr>
            <p:cNvSpPr/>
            <p:nvPr/>
          </p:nvSpPr>
          <p:spPr>
            <a:xfrm>
              <a:off x="3048000" y="2743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DD800D9B-4CEB-A047-A180-43D09D7833A7}"/>
                </a:ext>
              </a:extLst>
            </p:cNvPr>
            <p:cNvSpPr/>
            <p:nvPr/>
          </p:nvSpPr>
          <p:spPr>
            <a:xfrm>
              <a:off x="3048000" y="510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2F50B38A-E2E5-0C4E-9E66-9A105E4064EC}"/>
                </a:ext>
              </a:extLst>
            </p:cNvPr>
            <p:cNvSpPr/>
            <p:nvPr/>
          </p:nvSpPr>
          <p:spPr>
            <a:xfrm>
              <a:off x="4419600" y="2743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A680F39B-02F9-4947-84EF-4235846CCC4F}"/>
                </a:ext>
              </a:extLst>
            </p:cNvPr>
            <p:cNvSpPr/>
            <p:nvPr/>
          </p:nvSpPr>
          <p:spPr>
            <a:xfrm>
              <a:off x="1676400" y="2743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764CBC53-AA1A-E345-9C4D-AAD7048B8E95}"/>
                </a:ext>
              </a:extLst>
            </p:cNvPr>
            <p:cNvSpPr/>
            <p:nvPr/>
          </p:nvSpPr>
          <p:spPr>
            <a:xfrm>
              <a:off x="1676400" y="510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576EC968-FFE5-BA4F-88EF-CA57D14E6739}"/>
                </a:ext>
              </a:extLst>
            </p:cNvPr>
            <p:cNvSpPr/>
            <p:nvPr/>
          </p:nvSpPr>
          <p:spPr>
            <a:xfrm>
              <a:off x="3276600" y="2743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8D699BD4-2074-8C41-818E-026365349D7C}"/>
                </a:ext>
              </a:extLst>
            </p:cNvPr>
            <p:cNvSpPr/>
            <p:nvPr/>
          </p:nvSpPr>
          <p:spPr>
            <a:xfrm>
              <a:off x="3276600" y="510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7F6DAEA5-C21F-DC4D-A6C7-6B55EE9D4A4E}"/>
                </a:ext>
              </a:extLst>
            </p:cNvPr>
            <p:cNvSpPr/>
            <p:nvPr/>
          </p:nvSpPr>
          <p:spPr>
            <a:xfrm>
              <a:off x="4648200" y="2743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09E04D47-3A3B-C94B-8177-FAEE53869528}"/>
                </a:ext>
              </a:extLst>
            </p:cNvPr>
            <p:cNvSpPr/>
            <p:nvPr/>
          </p:nvSpPr>
          <p:spPr>
            <a:xfrm>
              <a:off x="1905000" y="2743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55D744DC-C19B-2640-99F5-DE77A3419816}"/>
                </a:ext>
              </a:extLst>
            </p:cNvPr>
            <p:cNvSpPr/>
            <p:nvPr/>
          </p:nvSpPr>
          <p:spPr>
            <a:xfrm>
              <a:off x="1905000" y="510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57F68263-B201-0548-A2E2-BE0E9D793C95}"/>
                </a:ext>
              </a:extLst>
            </p:cNvPr>
            <p:cNvSpPr/>
            <p:nvPr/>
          </p:nvSpPr>
          <p:spPr>
            <a:xfrm>
              <a:off x="2819400" y="2743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C1B25A83-3906-5F4E-A2BD-73AF6EC3AED1}"/>
                </a:ext>
              </a:extLst>
            </p:cNvPr>
            <p:cNvSpPr/>
            <p:nvPr/>
          </p:nvSpPr>
          <p:spPr>
            <a:xfrm>
              <a:off x="3505200" y="510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89E57619-ABC3-8E48-B93B-3B84AB3CB1EB}"/>
                </a:ext>
              </a:extLst>
            </p:cNvPr>
            <p:cNvSpPr/>
            <p:nvPr/>
          </p:nvSpPr>
          <p:spPr>
            <a:xfrm>
              <a:off x="4191000" y="2743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A254F9C7-6529-E84C-9446-4AC3A5D99601}"/>
                </a:ext>
              </a:extLst>
            </p:cNvPr>
            <p:cNvSpPr/>
            <p:nvPr/>
          </p:nvSpPr>
          <p:spPr>
            <a:xfrm>
              <a:off x="2133600" y="2743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7B67D7E5-F4FC-4F43-A462-ED1B527C1B69}"/>
                </a:ext>
              </a:extLst>
            </p:cNvPr>
            <p:cNvSpPr/>
            <p:nvPr/>
          </p:nvSpPr>
          <p:spPr>
            <a:xfrm>
              <a:off x="2133600" y="510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267EA1ED-742E-8D46-8877-7BF73D65F0B8}"/>
                </a:ext>
              </a:extLst>
            </p:cNvPr>
            <p:cNvSpPr/>
            <p:nvPr/>
          </p:nvSpPr>
          <p:spPr>
            <a:xfrm>
              <a:off x="3505200" y="2743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ABF358F3-BE34-5C41-9A37-97831B26616D}"/>
                </a:ext>
              </a:extLst>
            </p:cNvPr>
            <p:cNvSpPr/>
            <p:nvPr/>
          </p:nvSpPr>
          <p:spPr>
            <a:xfrm>
              <a:off x="2819400" y="510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24ADBE4D-721C-374C-A5F6-DD79ED2F2EC8}"/>
                </a:ext>
              </a:extLst>
            </p:cNvPr>
            <p:cNvSpPr/>
            <p:nvPr/>
          </p:nvSpPr>
          <p:spPr>
            <a:xfrm>
              <a:off x="4876800" y="2743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D924529B-3BF9-3E48-8151-06C31FBEB8DF}"/>
                </a:ext>
              </a:extLst>
            </p:cNvPr>
            <p:cNvSpPr/>
            <p:nvPr/>
          </p:nvSpPr>
          <p:spPr>
            <a:xfrm>
              <a:off x="1447800" y="2971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90D14736-5BBC-B94E-B328-FF5EA5A2AE13}"/>
                </a:ext>
              </a:extLst>
            </p:cNvPr>
            <p:cNvSpPr/>
            <p:nvPr/>
          </p:nvSpPr>
          <p:spPr>
            <a:xfrm>
              <a:off x="1447800" y="5334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E958FB4D-244D-B647-87EA-FEB74D7C24E5}"/>
                </a:ext>
              </a:extLst>
            </p:cNvPr>
            <p:cNvSpPr/>
            <p:nvPr/>
          </p:nvSpPr>
          <p:spPr>
            <a:xfrm>
              <a:off x="3048000" y="2971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5A0403AF-2EEE-1748-94E2-BEE3866B849C}"/>
                </a:ext>
              </a:extLst>
            </p:cNvPr>
            <p:cNvSpPr/>
            <p:nvPr/>
          </p:nvSpPr>
          <p:spPr>
            <a:xfrm>
              <a:off x="3048000" y="5334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F59F967E-79AD-5049-808C-3339C3BB56B0}"/>
                </a:ext>
              </a:extLst>
            </p:cNvPr>
            <p:cNvSpPr/>
            <p:nvPr/>
          </p:nvSpPr>
          <p:spPr>
            <a:xfrm>
              <a:off x="4419600" y="2971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17EF90BD-D34B-AC4C-B408-5A99CF4FBEB1}"/>
                </a:ext>
              </a:extLst>
            </p:cNvPr>
            <p:cNvSpPr/>
            <p:nvPr/>
          </p:nvSpPr>
          <p:spPr>
            <a:xfrm>
              <a:off x="1676400" y="2971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6B201635-EDE4-A040-ACA5-016507C3CBE0}"/>
                </a:ext>
              </a:extLst>
            </p:cNvPr>
            <p:cNvSpPr/>
            <p:nvPr/>
          </p:nvSpPr>
          <p:spPr>
            <a:xfrm>
              <a:off x="1676400" y="5334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0BB66AF5-F5C8-5B4E-8945-8CE1D9704009}"/>
                </a:ext>
              </a:extLst>
            </p:cNvPr>
            <p:cNvSpPr/>
            <p:nvPr/>
          </p:nvSpPr>
          <p:spPr>
            <a:xfrm>
              <a:off x="3276600" y="2971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843A77D0-F39D-604E-81DD-C6C5F08D5C74}"/>
                </a:ext>
              </a:extLst>
            </p:cNvPr>
            <p:cNvSpPr/>
            <p:nvPr/>
          </p:nvSpPr>
          <p:spPr>
            <a:xfrm>
              <a:off x="3276600" y="5334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4E60A352-BA6E-8843-8349-8D39D6E3DC78}"/>
                </a:ext>
              </a:extLst>
            </p:cNvPr>
            <p:cNvSpPr/>
            <p:nvPr/>
          </p:nvSpPr>
          <p:spPr>
            <a:xfrm>
              <a:off x="4648200" y="2971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ECF0C4A8-7C45-214E-AC98-302647947380}"/>
                </a:ext>
              </a:extLst>
            </p:cNvPr>
            <p:cNvSpPr/>
            <p:nvPr/>
          </p:nvSpPr>
          <p:spPr>
            <a:xfrm>
              <a:off x="1905000" y="2971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04372213-7AF1-824E-8082-FC255E51FFAB}"/>
                </a:ext>
              </a:extLst>
            </p:cNvPr>
            <p:cNvSpPr/>
            <p:nvPr/>
          </p:nvSpPr>
          <p:spPr>
            <a:xfrm>
              <a:off x="1905000" y="5334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26B2C26F-9332-084C-A049-45FF4CE7EFB2}"/>
                </a:ext>
              </a:extLst>
            </p:cNvPr>
            <p:cNvSpPr/>
            <p:nvPr/>
          </p:nvSpPr>
          <p:spPr>
            <a:xfrm>
              <a:off x="2819400" y="2971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21587151-5FD4-B34A-AE25-E2375627ACFA}"/>
                </a:ext>
              </a:extLst>
            </p:cNvPr>
            <p:cNvSpPr/>
            <p:nvPr/>
          </p:nvSpPr>
          <p:spPr>
            <a:xfrm>
              <a:off x="3505200" y="5334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B0CF7AD9-75E0-A146-93DE-49917470764D}"/>
                </a:ext>
              </a:extLst>
            </p:cNvPr>
            <p:cNvSpPr/>
            <p:nvPr/>
          </p:nvSpPr>
          <p:spPr>
            <a:xfrm>
              <a:off x="4191000" y="2971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D321C515-61F1-DF44-85E5-AD97A6A3DC2E}"/>
                </a:ext>
              </a:extLst>
            </p:cNvPr>
            <p:cNvSpPr/>
            <p:nvPr/>
          </p:nvSpPr>
          <p:spPr>
            <a:xfrm>
              <a:off x="2133600" y="2971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E2373565-8666-4547-84E4-8721327B2144}"/>
                </a:ext>
              </a:extLst>
            </p:cNvPr>
            <p:cNvSpPr/>
            <p:nvPr/>
          </p:nvSpPr>
          <p:spPr>
            <a:xfrm>
              <a:off x="2133600" y="5334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CC0E2236-7FCE-7245-9A9F-DD98EFAE32FF}"/>
                </a:ext>
              </a:extLst>
            </p:cNvPr>
            <p:cNvSpPr/>
            <p:nvPr/>
          </p:nvSpPr>
          <p:spPr>
            <a:xfrm>
              <a:off x="3505200" y="2971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B3D5021C-08C4-5E4B-A72A-46661EBE6731}"/>
                </a:ext>
              </a:extLst>
            </p:cNvPr>
            <p:cNvSpPr/>
            <p:nvPr/>
          </p:nvSpPr>
          <p:spPr>
            <a:xfrm>
              <a:off x="2819400" y="5334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B0D8EA90-21F8-5F4D-8BE5-B5EAA379E273}"/>
                </a:ext>
              </a:extLst>
            </p:cNvPr>
            <p:cNvSpPr/>
            <p:nvPr/>
          </p:nvSpPr>
          <p:spPr>
            <a:xfrm>
              <a:off x="4876800" y="2971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9E9E490B-0434-1C4E-827A-958B7D3C5B96}"/>
                </a:ext>
              </a:extLst>
            </p:cNvPr>
            <p:cNvSpPr/>
            <p:nvPr/>
          </p:nvSpPr>
          <p:spPr>
            <a:xfrm>
              <a:off x="1447800" y="3200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096E8A5F-FAC4-D348-9B40-217ABBCA528B}"/>
                </a:ext>
              </a:extLst>
            </p:cNvPr>
            <p:cNvSpPr/>
            <p:nvPr/>
          </p:nvSpPr>
          <p:spPr>
            <a:xfrm>
              <a:off x="1447800" y="5562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72495B4F-4901-7D44-A123-EACD7E7058FC}"/>
                </a:ext>
              </a:extLst>
            </p:cNvPr>
            <p:cNvSpPr/>
            <p:nvPr/>
          </p:nvSpPr>
          <p:spPr>
            <a:xfrm>
              <a:off x="3048000" y="3200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74226025-7672-3B46-AA4B-E5CD8C6E5E95}"/>
                </a:ext>
              </a:extLst>
            </p:cNvPr>
            <p:cNvSpPr/>
            <p:nvPr/>
          </p:nvSpPr>
          <p:spPr>
            <a:xfrm>
              <a:off x="4419600" y="3200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5AE4F5B5-8C70-2048-A9D8-688696EAF8C1}"/>
                </a:ext>
              </a:extLst>
            </p:cNvPr>
            <p:cNvSpPr/>
            <p:nvPr/>
          </p:nvSpPr>
          <p:spPr>
            <a:xfrm>
              <a:off x="1676400" y="3200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CDF85E98-9E9E-E440-8F41-0AB489936FB9}"/>
                </a:ext>
              </a:extLst>
            </p:cNvPr>
            <p:cNvSpPr/>
            <p:nvPr/>
          </p:nvSpPr>
          <p:spPr>
            <a:xfrm>
              <a:off x="3276600" y="3200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C4538FA6-1020-C943-8DCD-3BB8A45326F8}"/>
                </a:ext>
              </a:extLst>
            </p:cNvPr>
            <p:cNvSpPr/>
            <p:nvPr/>
          </p:nvSpPr>
          <p:spPr>
            <a:xfrm>
              <a:off x="4648200" y="3200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3C02C114-A05D-5848-8CFE-B828A095F56C}"/>
                </a:ext>
              </a:extLst>
            </p:cNvPr>
            <p:cNvSpPr/>
            <p:nvPr/>
          </p:nvSpPr>
          <p:spPr>
            <a:xfrm>
              <a:off x="1905000" y="3200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9A9079F7-69B3-D24A-BC1D-A2367CEBEDB7}"/>
                </a:ext>
              </a:extLst>
            </p:cNvPr>
            <p:cNvSpPr/>
            <p:nvPr/>
          </p:nvSpPr>
          <p:spPr>
            <a:xfrm>
              <a:off x="2819400" y="3200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45921E46-66C0-1D42-8134-2B9D3743DA00}"/>
                </a:ext>
              </a:extLst>
            </p:cNvPr>
            <p:cNvSpPr/>
            <p:nvPr/>
          </p:nvSpPr>
          <p:spPr>
            <a:xfrm>
              <a:off x="3505200" y="5562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06FA6388-C2DC-7B4F-8BC2-BD73EBF5C7FD}"/>
                </a:ext>
              </a:extLst>
            </p:cNvPr>
            <p:cNvSpPr/>
            <p:nvPr/>
          </p:nvSpPr>
          <p:spPr>
            <a:xfrm>
              <a:off x="4191000" y="3200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0614F41B-C8DE-B54D-80B0-8F9101922B4E}"/>
                </a:ext>
              </a:extLst>
            </p:cNvPr>
            <p:cNvSpPr/>
            <p:nvPr/>
          </p:nvSpPr>
          <p:spPr>
            <a:xfrm>
              <a:off x="2133600" y="3200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2E41F96F-A04B-D14B-A106-10242CC4298B}"/>
                </a:ext>
              </a:extLst>
            </p:cNvPr>
            <p:cNvSpPr/>
            <p:nvPr/>
          </p:nvSpPr>
          <p:spPr>
            <a:xfrm>
              <a:off x="2133600" y="5562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0F1E50D4-ED27-4B44-A3EA-94798A6D41EF}"/>
                </a:ext>
              </a:extLst>
            </p:cNvPr>
            <p:cNvSpPr/>
            <p:nvPr/>
          </p:nvSpPr>
          <p:spPr>
            <a:xfrm>
              <a:off x="3505200" y="3200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BABA8DC9-26C1-EA4C-8A36-D56FDAC4D630}"/>
                </a:ext>
              </a:extLst>
            </p:cNvPr>
            <p:cNvSpPr/>
            <p:nvPr/>
          </p:nvSpPr>
          <p:spPr>
            <a:xfrm>
              <a:off x="2819400" y="5562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006252C6-BECD-894A-AF00-8D68BC7E1491}"/>
                </a:ext>
              </a:extLst>
            </p:cNvPr>
            <p:cNvSpPr/>
            <p:nvPr/>
          </p:nvSpPr>
          <p:spPr>
            <a:xfrm>
              <a:off x="4876800" y="3200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4E7FEEB7-369B-044D-AE7F-8DE1C20590F6}"/>
                </a:ext>
              </a:extLst>
            </p:cNvPr>
            <p:cNvSpPr txBox="1"/>
            <p:nvPr/>
          </p:nvSpPr>
          <p:spPr>
            <a:xfrm>
              <a:off x="609600" y="304800"/>
              <a:ext cx="23097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BSQ:  Band Sequential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430DBBC1-282D-3A40-890B-3A8164BF7F86}"/>
                </a:ext>
              </a:extLst>
            </p:cNvPr>
            <p:cNvSpPr txBox="1"/>
            <p:nvPr/>
          </p:nvSpPr>
          <p:spPr>
            <a:xfrm>
              <a:off x="610687" y="10668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1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E1FA8E03-6D31-D24F-BB04-B23395AC3DED}"/>
                </a:ext>
              </a:extLst>
            </p:cNvPr>
            <p:cNvSpPr txBox="1"/>
            <p:nvPr/>
          </p:nvSpPr>
          <p:spPr>
            <a:xfrm>
              <a:off x="610687" y="12954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2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555E52B8-0903-C449-875A-0AE8B1598645}"/>
                </a:ext>
              </a:extLst>
            </p:cNvPr>
            <p:cNvSpPr txBox="1"/>
            <p:nvPr/>
          </p:nvSpPr>
          <p:spPr>
            <a:xfrm>
              <a:off x="610687" y="15240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3</a:t>
              </a:r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9E023C04-C231-3342-B908-7A75C35C53E3}"/>
                </a:ext>
              </a:extLst>
            </p:cNvPr>
            <p:cNvSpPr/>
            <p:nvPr/>
          </p:nvSpPr>
          <p:spPr>
            <a:xfrm>
              <a:off x="1828800" y="5791200"/>
              <a:ext cx="15240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4EBEF978-2711-0B4F-B938-A3AEBCD1D373}"/>
                </a:ext>
              </a:extLst>
            </p:cNvPr>
            <p:cNvSpPr/>
            <p:nvPr/>
          </p:nvSpPr>
          <p:spPr>
            <a:xfrm>
              <a:off x="3200400" y="990600"/>
              <a:ext cx="15240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7B6E15C0-99D2-3C40-A97B-189B278F4087}"/>
                </a:ext>
              </a:extLst>
            </p:cNvPr>
            <p:cNvSpPr/>
            <p:nvPr/>
          </p:nvSpPr>
          <p:spPr>
            <a:xfrm>
              <a:off x="3200400" y="5791200"/>
              <a:ext cx="15240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968D030B-4182-F143-8359-CAD3892508F2}"/>
                </a:ext>
              </a:extLst>
            </p:cNvPr>
            <p:cNvSpPr/>
            <p:nvPr/>
          </p:nvSpPr>
          <p:spPr>
            <a:xfrm>
              <a:off x="4572000" y="990600"/>
              <a:ext cx="15240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D8661402-131D-374E-86F5-DD9926E03D23}"/>
                </a:ext>
              </a:extLst>
            </p:cNvPr>
            <p:cNvSpPr txBox="1"/>
            <p:nvPr/>
          </p:nvSpPr>
          <p:spPr>
            <a:xfrm>
              <a:off x="609600" y="34290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1</a:t>
              </a:r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D222C0E0-6AC9-6343-89A9-042F118202E0}"/>
                </a:ext>
              </a:extLst>
            </p:cNvPr>
            <p:cNvSpPr txBox="1"/>
            <p:nvPr/>
          </p:nvSpPr>
          <p:spPr>
            <a:xfrm>
              <a:off x="609600" y="36576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2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094A33A7-3BF4-BB4C-BEA9-9AEAD5B882B1}"/>
                </a:ext>
              </a:extLst>
            </p:cNvPr>
            <p:cNvSpPr txBox="1"/>
            <p:nvPr/>
          </p:nvSpPr>
          <p:spPr>
            <a:xfrm>
              <a:off x="609600" y="38862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3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E1C9FB5-7AB8-5E44-9C99-D20C89328963}"/>
                </a:ext>
              </a:extLst>
            </p:cNvPr>
            <p:cNvSpPr/>
            <p:nvPr/>
          </p:nvSpPr>
          <p:spPr>
            <a:xfrm>
              <a:off x="3048000" y="1143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5C1A2421-AF6D-C64D-BB57-AF4A1D87CD9E}"/>
                </a:ext>
              </a:extLst>
            </p:cNvPr>
            <p:cNvSpPr/>
            <p:nvPr/>
          </p:nvSpPr>
          <p:spPr>
            <a:xfrm>
              <a:off x="3276600" y="1143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DB9D3CB-387D-0645-85AE-9C5491846DB8}"/>
                </a:ext>
              </a:extLst>
            </p:cNvPr>
            <p:cNvSpPr/>
            <p:nvPr/>
          </p:nvSpPr>
          <p:spPr>
            <a:xfrm>
              <a:off x="4419600" y="1143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5DD64C50-79F5-7544-B5F3-7AF7AFAFD86B}"/>
                </a:ext>
              </a:extLst>
            </p:cNvPr>
            <p:cNvSpPr/>
            <p:nvPr/>
          </p:nvSpPr>
          <p:spPr>
            <a:xfrm>
              <a:off x="4648200" y="1143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CDB5D270-B84C-0348-B24E-61641590A632}"/>
                </a:ext>
              </a:extLst>
            </p:cNvPr>
            <p:cNvSpPr/>
            <p:nvPr/>
          </p:nvSpPr>
          <p:spPr>
            <a:xfrm>
              <a:off x="3048000" y="5562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2DEF5403-2922-4C4A-8D6C-F14546161BA4}"/>
                </a:ext>
              </a:extLst>
            </p:cNvPr>
            <p:cNvSpPr/>
            <p:nvPr/>
          </p:nvSpPr>
          <p:spPr>
            <a:xfrm>
              <a:off x="1676400" y="5562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56E4086A-8F6C-2042-84EA-195B6828B898}"/>
                </a:ext>
              </a:extLst>
            </p:cNvPr>
            <p:cNvSpPr/>
            <p:nvPr/>
          </p:nvSpPr>
          <p:spPr>
            <a:xfrm>
              <a:off x="3276600" y="5562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96EA0F42-866E-284C-B558-693BF8033EE6}"/>
                </a:ext>
              </a:extLst>
            </p:cNvPr>
            <p:cNvSpPr/>
            <p:nvPr/>
          </p:nvSpPr>
          <p:spPr>
            <a:xfrm>
              <a:off x="1905000" y="5562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1" name="Elbow Connector 10">
              <a:extLst>
                <a:ext uri="{FF2B5EF4-FFF2-40B4-BE49-F238E27FC236}">
                  <a16:creationId xmlns:a16="http://schemas.microsoft.com/office/drawing/2014/main" id="{679A3905-DBD2-A440-8E70-27F34C317DF8}"/>
                </a:ext>
              </a:extLst>
            </p:cNvPr>
            <p:cNvCxnSpPr>
              <a:cxnSpLocks/>
              <a:stCxn id="284" idx="2"/>
              <a:endCxn id="290" idx="0"/>
            </p:cNvCxnSpPr>
            <p:nvPr/>
          </p:nvCxnSpPr>
          <p:spPr>
            <a:xfrm rot="5400000" flipH="1" flipV="1">
              <a:off x="114300" y="2781300"/>
              <a:ext cx="4953000" cy="1371600"/>
            </a:xfrm>
            <a:prstGeom prst="bentConnector5">
              <a:avLst>
                <a:gd name="adj1" fmla="val -4615"/>
                <a:gd name="adj2" fmla="val 50000"/>
                <a:gd name="adj3" fmla="val 104615"/>
              </a:avLst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Elbow Connector 307">
              <a:extLst>
                <a:ext uri="{FF2B5EF4-FFF2-40B4-BE49-F238E27FC236}">
                  <a16:creationId xmlns:a16="http://schemas.microsoft.com/office/drawing/2014/main" id="{00B37F8F-2CF7-F248-A6C9-1AACBA822F7A}"/>
                </a:ext>
              </a:extLst>
            </p:cNvPr>
            <p:cNvCxnSpPr>
              <a:cxnSpLocks/>
              <a:stCxn id="296" idx="2"/>
              <a:endCxn id="302" idx="0"/>
            </p:cNvCxnSpPr>
            <p:nvPr/>
          </p:nvCxnSpPr>
          <p:spPr>
            <a:xfrm rot="5400000" flipH="1" flipV="1">
              <a:off x="1485900" y="2781300"/>
              <a:ext cx="4953000" cy="1371600"/>
            </a:xfrm>
            <a:prstGeom prst="bentConnector5">
              <a:avLst>
                <a:gd name="adj1" fmla="val -4615"/>
                <a:gd name="adj2" fmla="val 50000"/>
                <a:gd name="adj3" fmla="val 104615"/>
              </a:avLst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418541B7-79CB-0645-8451-74BCCBA1B848}"/>
                </a:ext>
              </a:extLst>
            </p:cNvPr>
            <p:cNvSpPr txBox="1"/>
            <p:nvPr/>
          </p:nvSpPr>
          <p:spPr>
            <a:xfrm>
              <a:off x="1447800" y="1219200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1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4E2E4167-2368-5B47-B07C-60D3132107CA}"/>
                </a:ext>
              </a:extLst>
            </p:cNvPr>
            <p:cNvSpPr txBox="1"/>
            <p:nvPr/>
          </p:nvSpPr>
          <p:spPr>
            <a:xfrm>
              <a:off x="1447800" y="3581400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2</a:t>
              </a: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C2F87D82-41BD-B940-9C3D-3D2C9B0A2EC2}"/>
                </a:ext>
              </a:extLst>
            </p:cNvPr>
            <p:cNvSpPr txBox="1"/>
            <p:nvPr/>
          </p:nvSpPr>
          <p:spPr>
            <a:xfrm>
              <a:off x="2819400" y="1219200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3</a:t>
              </a: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005F444C-CDD4-3B47-A595-1B44A51EB1C0}"/>
                </a:ext>
              </a:extLst>
            </p:cNvPr>
            <p:cNvSpPr txBox="1"/>
            <p:nvPr/>
          </p:nvSpPr>
          <p:spPr>
            <a:xfrm>
              <a:off x="2819400" y="3581400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4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9D3F019B-4070-A347-A046-6431EAA5CC9C}"/>
                </a:ext>
              </a:extLst>
            </p:cNvPr>
            <p:cNvSpPr txBox="1"/>
            <p:nvPr/>
          </p:nvSpPr>
          <p:spPr>
            <a:xfrm>
              <a:off x="4191000" y="1219200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4015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132</Words>
  <Application>Microsoft Macintosh PowerPoint</Application>
  <PresentationFormat>Widescreen</PresentationFormat>
  <Paragraphs>58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Donnie</dc:creator>
  <cp:lastModifiedBy>Donnie</cp:lastModifiedBy>
  <cp:revision>12</cp:revision>
  <dcterms:created xsi:type="dcterms:W3CDTF">2019-08-26T04:01:12Z</dcterms:created>
  <dcterms:modified xsi:type="dcterms:W3CDTF">2019-08-26T05:43:28Z</dcterms:modified>
</cp:coreProperties>
</file>