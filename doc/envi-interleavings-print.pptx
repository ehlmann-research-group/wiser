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</p:sldIdLst>
  <p:sldSz cx="6858000" cy="9144000" type="letter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35"/>
    <p:restoredTop sz="94586"/>
  </p:normalViewPr>
  <p:slideViewPr>
    <p:cSldViewPr snapToObjects="1">
      <p:cViewPr>
        <p:scale>
          <a:sx n="100" d="100"/>
          <a:sy n="100" d="100"/>
        </p:scale>
        <p:origin x="1872" y="-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776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2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6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15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25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359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12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061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1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509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C898E-18D9-7A4A-B75A-940DD9B1D699}" type="datetimeFigureOut">
              <a:rPr lang="en-US" smtClean="0"/>
              <a:t>8/26/19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292E1C-65AE-5C42-B1A8-E27A6671E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449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6471F7C-A614-5445-B685-2F1053D17CB2}"/>
              </a:ext>
            </a:extLst>
          </p:cNvPr>
          <p:cNvSpPr txBox="1"/>
          <p:nvPr/>
        </p:nvSpPr>
        <p:spPr>
          <a:xfrm>
            <a:off x="533400" y="533400"/>
            <a:ext cx="2193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Image: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bands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samples per row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25EAE09-E7B2-A543-971E-B1C6E3331F45}"/>
              </a:ext>
            </a:extLst>
          </p:cNvPr>
          <p:cNvGrpSpPr/>
          <p:nvPr/>
        </p:nvGrpSpPr>
        <p:grpSpPr>
          <a:xfrm>
            <a:off x="533400" y="2362200"/>
            <a:ext cx="5703333" cy="4567683"/>
            <a:chOff x="533400" y="533400"/>
            <a:chExt cx="5703333" cy="4567683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73C7B046-4ACF-A04E-BEEA-874BCCA9300D}"/>
                </a:ext>
              </a:extLst>
            </p:cNvPr>
            <p:cNvGrpSpPr/>
            <p:nvPr/>
          </p:nvGrpSpPr>
          <p:grpSpPr>
            <a:xfrm>
              <a:off x="1371600" y="1295400"/>
              <a:ext cx="1143000" cy="228600"/>
              <a:chOff x="4648200" y="2743200"/>
              <a:chExt cx="1143000" cy="228600"/>
            </a:xfrm>
          </p:grpSpPr>
          <p:sp>
            <p:nvSpPr>
              <p:cNvPr id="269" name="Rectangle 268">
                <a:extLst>
                  <a:ext uri="{FF2B5EF4-FFF2-40B4-BE49-F238E27FC236}">
                    <a16:creationId xmlns:a16="http://schemas.microsoft.com/office/drawing/2014/main" id="{C3B627F2-3F83-6A4B-AF2A-862A6F11F4BB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0" name="Rectangle 269">
                <a:extLst>
                  <a:ext uri="{FF2B5EF4-FFF2-40B4-BE49-F238E27FC236}">
                    <a16:creationId xmlns:a16="http://schemas.microsoft.com/office/drawing/2014/main" id="{C8815DC1-C225-A04A-985A-1BE947C82AAF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1" name="Rectangle 270">
                <a:extLst>
                  <a:ext uri="{FF2B5EF4-FFF2-40B4-BE49-F238E27FC236}">
                    <a16:creationId xmlns:a16="http://schemas.microsoft.com/office/drawing/2014/main" id="{EA5BA549-4228-5641-BEFB-77CAAE84103E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2" name="Rectangle 271">
                <a:extLst>
                  <a:ext uri="{FF2B5EF4-FFF2-40B4-BE49-F238E27FC236}">
                    <a16:creationId xmlns:a16="http://schemas.microsoft.com/office/drawing/2014/main" id="{DBC65695-16BA-D94B-957B-31CDE0CE8FC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73" name="Rectangle 272">
                <a:extLst>
                  <a:ext uri="{FF2B5EF4-FFF2-40B4-BE49-F238E27FC236}">
                    <a16:creationId xmlns:a16="http://schemas.microsoft.com/office/drawing/2014/main" id="{DD04F92D-7A7E-FF42-9DD6-A04D884F561D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AF827CF-D07E-0040-9948-8AAC67CB4DCD}"/>
                </a:ext>
              </a:extLst>
            </p:cNvPr>
            <p:cNvGrpSpPr/>
            <p:nvPr/>
          </p:nvGrpSpPr>
          <p:grpSpPr>
            <a:xfrm>
              <a:off x="2590800" y="1295400"/>
              <a:ext cx="1143000" cy="228600"/>
              <a:chOff x="4648200" y="2743200"/>
              <a:chExt cx="1143000" cy="228600"/>
            </a:xfrm>
          </p:grpSpPr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EB50312B-89FD-D840-8586-B757A5BC8F46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5" name="Rectangle 264">
                <a:extLst>
                  <a:ext uri="{FF2B5EF4-FFF2-40B4-BE49-F238E27FC236}">
                    <a16:creationId xmlns:a16="http://schemas.microsoft.com/office/drawing/2014/main" id="{FDE06FD4-663B-834A-80AF-5412CF1DBB76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6136261A-7CEF-604E-9AD0-23C6FA9F0AD8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7" name="Rectangle 266">
                <a:extLst>
                  <a:ext uri="{FF2B5EF4-FFF2-40B4-BE49-F238E27FC236}">
                    <a16:creationId xmlns:a16="http://schemas.microsoft.com/office/drawing/2014/main" id="{B74723C4-B89D-1B40-992C-024C7B6B00B4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8" name="Rectangle 267">
                <a:extLst>
                  <a:ext uri="{FF2B5EF4-FFF2-40B4-BE49-F238E27FC236}">
                    <a16:creationId xmlns:a16="http://schemas.microsoft.com/office/drawing/2014/main" id="{7AF8C3C7-C64E-4B48-A7BA-B708D659C29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C7C783-9135-F646-9092-89054AC83F1B}"/>
                </a:ext>
              </a:extLst>
            </p:cNvPr>
            <p:cNvGrpSpPr/>
            <p:nvPr/>
          </p:nvGrpSpPr>
          <p:grpSpPr>
            <a:xfrm>
              <a:off x="3810000" y="1295400"/>
              <a:ext cx="1143000" cy="228600"/>
              <a:chOff x="4648200" y="2743200"/>
              <a:chExt cx="1143000" cy="228600"/>
            </a:xfrm>
          </p:grpSpPr>
          <p:sp>
            <p:nvSpPr>
              <p:cNvPr id="259" name="Rectangle 258">
                <a:extLst>
                  <a:ext uri="{FF2B5EF4-FFF2-40B4-BE49-F238E27FC236}">
                    <a16:creationId xmlns:a16="http://schemas.microsoft.com/office/drawing/2014/main" id="{5AFEFA54-ADD8-A34C-A8DF-6A3F19BB74F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0" name="Rectangle 259">
                <a:extLst>
                  <a:ext uri="{FF2B5EF4-FFF2-40B4-BE49-F238E27FC236}">
                    <a16:creationId xmlns:a16="http://schemas.microsoft.com/office/drawing/2014/main" id="{F7D004FE-A956-B649-BCA5-8E7E315ABB29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1" name="Rectangle 260">
                <a:extLst>
                  <a:ext uri="{FF2B5EF4-FFF2-40B4-BE49-F238E27FC236}">
                    <a16:creationId xmlns:a16="http://schemas.microsoft.com/office/drawing/2014/main" id="{92B29DBD-C426-1047-B14D-C8B5B1592E2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2" name="Rectangle 261">
                <a:extLst>
                  <a:ext uri="{FF2B5EF4-FFF2-40B4-BE49-F238E27FC236}">
                    <a16:creationId xmlns:a16="http://schemas.microsoft.com/office/drawing/2014/main" id="{9437F934-D826-7E4E-9F49-15435BC0D454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63" name="Rectangle 262">
                <a:extLst>
                  <a:ext uri="{FF2B5EF4-FFF2-40B4-BE49-F238E27FC236}">
                    <a16:creationId xmlns:a16="http://schemas.microsoft.com/office/drawing/2014/main" id="{1D239DD7-0557-9E41-A136-C1539386B945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4134A930-6538-C241-BA9F-D5BA8DB2932B}"/>
                </a:ext>
              </a:extLst>
            </p:cNvPr>
            <p:cNvGrpSpPr/>
            <p:nvPr/>
          </p:nvGrpSpPr>
          <p:grpSpPr>
            <a:xfrm>
              <a:off x="5029200" y="1295400"/>
              <a:ext cx="1143000" cy="228600"/>
              <a:chOff x="4648200" y="2743200"/>
              <a:chExt cx="1143000" cy="228600"/>
            </a:xfrm>
          </p:grpSpPr>
          <p:sp>
            <p:nvSpPr>
              <p:cNvPr id="254" name="Rectangle 253">
                <a:extLst>
                  <a:ext uri="{FF2B5EF4-FFF2-40B4-BE49-F238E27FC236}">
                    <a16:creationId xmlns:a16="http://schemas.microsoft.com/office/drawing/2014/main" id="{16D62155-0735-A641-A72B-A5302B6985C4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5" name="Rectangle 254">
                <a:extLst>
                  <a:ext uri="{FF2B5EF4-FFF2-40B4-BE49-F238E27FC236}">
                    <a16:creationId xmlns:a16="http://schemas.microsoft.com/office/drawing/2014/main" id="{D3B3B8A3-6172-D341-A786-F5B26D61B767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6" name="Rectangle 255">
                <a:extLst>
                  <a:ext uri="{FF2B5EF4-FFF2-40B4-BE49-F238E27FC236}">
                    <a16:creationId xmlns:a16="http://schemas.microsoft.com/office/drawing/2014/main" id="{6D5E5F64-379F-AE44-8CA8-3972922E873A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7" name="Rectangle 256">
                <a:extLst>
                  <a:ext uri="{FF2B5EF4-FFF2-40B4-BE49-F238E27FC236}">
                    <a16:creationId xmlns:a16="http://schemas.microsoft.com/office/drawing/2014/main" id="{8CE8962E-DE96-6F44-8400-DDC2005AE46B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8" name="Rectangle 257">
                <a:extLst>
                  <a:ext uri="{FF2B5EF4-FFF2-40B4-BE49-F238E27FC236}">
                    <a16:creationId xmlns:a16="http://schemas.microsoft.com/office/drawing/2014/main" id="{B3945D98-3AF2-914D-BF81-6FEF5BA1B519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5CFCC510-5528-0A4D-AA76-EEECA1E4763E}"/>
                </a:ext>
              </a:extLst>
            </p:cNvPr>
            <p:cNvGrpSpPr/>
            <p:nvPr/>
          </p:nvGrpSpPr>
          <p:grpSpPr>
            <a:xfrm>
              <a:off x="1371600" y="1600200"/>
              <a:ext cx="1143000" cy="228600"/>
              <a:chOff x="4648200" y="2743200"/>
              <a:chExt cx="1143000" cy="228600"/>
            </a:xfrm>
          </p:grpSpPr>
          <p:sp>
            <p:nvSpPr>
              <p:cNvPr id="249" name="Rectangle 248">
                <a:extLst>
                  <a:ext uri="{FF2B5EF4-FFF2-40B4-BE49-F238E27FC236}">
                    <a16:creationId xmlns:a16="http://schemas.microsoft.com/office/drawing/2014/main" id="{83B7BE18-22BF-B44E-9576-22DD778DF8EA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0" name="Rectangle 249">
                <a:extLst>
                  <a:ext uri="{FF2B5EF4-FFF2-40B4-BE49-F238E27FC236}">
                    <a16:creationId xmlns:a16="http://schemas.microsoft.com/office/drawing/2014/main" id="{8DBD87FE-D9BB-C64F-B784-F325ED309BEF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1" name="Rectangle 250">
                <a:extLst>
                  <a:ext uri="{FF2B5EF4-FFF2-40B4-BE49-F238E27FC236}">
                    <a16:creationId xmlns:a16="http://schemas.microsoft.com/office/drawing/2014/main" id="{B454A240-C09E-404E-A281-800E8B2D8D45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2" name="Rectangle 251">
                <a:extLst>
                  <a:ext uri="{FF2B5EF4-FFF2-40B4-BE49-F238E27FC236}">
                    <a16:creationId xmlns:a16="http://schemas.microsoft.com/office/drawing/2014/main" id="{8918EBD5-5419-EC40-93FD-BB23720880C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53" name="Rectangle 252">
                <a:extLst>
                  <a:ext uri="{FF2B5EF4-FFF2-40B4-BE49-F238E27FC236}">
                    <a16:creationId xmlns:a16="http://schemas.microsoft.com/office/drawing/2014/main" id="{804F865E-1095-394F-AF0E-DFAE04206A3C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2FF12631-FB07-BA4D-8F1C-4D7D32A61EB6}"/>
                </a:ext>
              </a:extLst>
            </p:cNvPr>
            <p:cNvGrpSpPr/>
            <p:nvPr/>
          </p:nvGrpSpPr>
          <p:grpSpPr>
            <a:xfrm>
              <a:off x="2590800" y="1600200"/>
              <a:ext cx="1143000" cy="228600"/>
              <a:chOff x="4648200" y="2743200"/>
              <a:chExt cx="1143000" cy="228600"/>
            </a:xfrm>
          </p:grpSpPr>
          <p:sp>
            <p:nvSpPr>
              <p:cNvPr id="244" name="Rectangle 243">
                <a:extLst>
                  <a:ext uri="{FF2B5EF4-FFF2-40B4-BE49-F238E27FC236}">
                    <a16:creationId xmlns:a16="http://schemas.microsoft.com/office/drawing/2014/main" id="{B0FD0DFB-D595-B947-951C-04F2A18620B2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5" name="Rectangle 244">
                <a:extLst>
                  <a:ext uri="{FF2B5EF4-FFF2-40B4-BE49-F238E27FC236}">
                    <a16:creationId xmlns:a16="http://schemas.microsoft.com/office/drawing/2014/main" id="{9ABB985D-B40D-D845-B9E5-E2B79368507F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6" name="Rectangle 245">
                <a:extLst>
                  <a:ext uri="{FF2B5EF4-FFF2-40B4-BE49-F238E27FC236}">
                    <a16:creationId xmlns:a16="http://schemas.microsoft.com/office/drawing/2014/main" id="{DC716001-E31D-654E-9B9C-289F5C076790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7" name="Rectangle 246">
                <a:extLst>
                  <a:ext uri="{FF2B5EF4-FFF2-40B4-BE49-F238E27FC236}">
                    <a16:creationId xmlns:a16="http://schemas.microsoft.com/office/drawing/2014/main" id="{EE1A03B9-C4DD-1349-A938-DA361E061C87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D67AE2F9-16BE-7F42-88C7-059B4726F1A6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70E5026-BDCF-994B-9A9D-CE5080E3377A}"/>
                </a:ext>
              </a:extLst>
            </p:cNvPr>
            <p:cNvGrpSpPr/>
            <p:nvPr/>
          </p:nvGrpSpPr>
          <p:grpSpPr>
            <a:xfrm>
              <a:off x="3810000" y="1600200"/>
              <a:ext cx="1143000" cy="228600"/>
              <a:chOff x="4648200" y="2743200"/>
              <a:chExt cx="1143000" cy="228600"/>
            </a:xfrm>
          </p:grpSpPr>
          <p:sp>
            <p:nvSpPr>
              <p:cNvPr id="239" name="Rectangle 238">
                <a:extLst>
                  <a:ext uri="{FF2B5EF4-FFF2-40B4-BE49-F238E27FC236}">
                    <a16:creationId xmlns:a16="http://schemas.microsoft.com/office/drawing/2014/main" id="{3E220A1E-1852-0945-972F-38C5DD591E0B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0" name="Rectangle 239">
                <a:extLst>
                  <a:ext uri="{FF2B5EF4-FFF2-40B4-BE49-F238E27FC236}">
                    <a16:creationId xmlns:a16="http://schemas.microsoft.com/office/drawing/2014/main" id="{D23B8025-8B21-7243-A314-0DC68EDADE44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1" name="Rectangle 240">
                <a:extLst>
                  <a:ext uri="{FF2B5EF4-FFF2-40B4-BE49-F238E27FC236}">
                    <a16:creationId xmlns:a16="http://schemas.microsoft.com/office/drawing/2014/main" id="{0DD4BFC9-DF5A-1042-B318-6D1CF54D138D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2" name="Rectangle 241">
                <a:extLst>
                  <a:ext uri="{FF2B5EF4-FFF2-40B4-BE49-F238E27FC236}">
                    <a16:creationId xmlns:a16="http://schemas.microsoft.com/office/drawing/2014/main" id="{11C3B875-EE07-904B-9ACE-C89C91A67C8C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43" name="Rectangle 242">
                <a:extLst>
                  <a:ext uri="{FF2B5EF4-FFF2-40B4-BE49-F238E27FC236}">
                    <a16:creationId xmlns:a16="http://schemas.microsoft.com/office/drawing/2014/main" id="{05C49E09-2711-DF4F-BDBD-E68AE405801C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BECE3267-92D9-6D47-A522-D7AE297BADB0}"/>
                </a:ext>
              </a:extLst>
            </p:cNvPr>
            <p:cNvGrpSpPr/>
            <p:nvPr/>
          </p:nvGrpSpPr>
          <p:grpSpPr>
            <a:xfrm>
              <a:off x="5029200" y="1600200"/>
              <a:ext cx="1143000" cy="228600"/>
              <a:chOff x="4648200" y="2743200"/>
              <a:chExt cx="1143000" cy="228600"/>
            </a:xfrm>
          </p:grpSpPr>
          <p:sp>
            <p:nvSpPr>
              <p:cNvPr id="234" name="Rectangle 233">
                <a:extLst>
                  <a:ext uri="{FF2B5EF4-FFF2-40B4-BE49-F238E27FC236}">
                    <a16:creationId xmlns:a16="http://schemas.microsoft.com/office/drawing/2014/main" id="{8C874834-01D5-9845-90A6-9488BD4467BD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5" name="Rectangle 234">
                <a:extLst>
                  <a:ext uri="{FF2B5EF4-FFF2-40B4-BE49-F238E27FC236}">
                    <a16:creationId xmlns:a16="http://schemas.microsoft.com/office/drawing/2014/main" id="{2F1137C5-C0EF-3143-96A3-76F06C8117C5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6" name="Rectangle 235">
                <a:extLst>
                  <a:ext uri="{FF2B5EF4-FFF2-40B4-BE49-F238E27FC236}">
                    <a16:creationId xmlns:a16="http://schemas.microsoft.com/office/drawing/2014/main" id="{9855A4FF-F87E-CA4C-8F5B-743C117D87E8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E1BD95DE-AD62-4341-86F5-827EE8F00D2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8" name="Rectangle 237">
                <a:extLst>
                  <a:ext uri="{FF2B5EF4-FFF2-40B4-BE49-F238E27FC236}">
                    <a16:creationId xmlns:a16="http://schemas.microsoft.com/office/drawing/2014/main" id="{2CDAE136-857A-6E4E-AE67-3E4C39B5C0B7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BE123AB-439A-C843-A74F-979A268BA193}"/>
                </a:ext>
              </a:extLst>
            </p:cNvPr>
            <p:cNvGrpSpPr/>
            <p:nvPr/>
          </p:nvGrpSpPr>
          <p:grpSpPr>
            <a:xfrm>
              <a:off x="1371600" y="1905000"/>
              <a:ext cx="1143000" cy="228600"/>
              <a:chOff x="4648200" y="2743200"/>
              <a:chExt cx="1143000" cy="228600"/>
            </a:xfrm>
          </p:grpSpPr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0F134442-8A46-4043-8793-0AD449C5A6EE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0" name="Rectangle 229">
                <a:extLst>
                  <a:ext uri="{FF2B5EF4-FFF2-40B4-BE49-F238E27FC236}">
                    <a16:creationId xmlns:a16="http://schemas.microsoft.com/office/drawing/2014/main" id="{7D22E053-6B75-114B-A234-79E3B281837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88C00BFF-D091-2842-9D74-9FB4C4DD5A00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2" name="Rectangle 231">
                <a:extLst>
                  <a:ext uri="{FF2B5EF4-FFF2-40B4-BE49-F238E27FC236}">
                    <a16:creationId xmlns:a16="http://schemas.microsoft.com/office/drawing/2014/main" id="{4C0D59B8-F292-D749-8B7E-32FD6759654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33" name="Rectangle 232">
                <a:extLst>
                  <a:ext uri="{FF2B5EF4-FFF2-40B4-BE49-F238E27FC236}">
                    <a16:creationId xmlns:a16="http://schemas.microsoft.com/office/drawing/2014/main" id="{3F04746E-A65C-9E49-BC69-129FD7B86448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B6DCEDFB-C7D6-304E-A979-C63714CE65A6}"/>
                </a:ext>
              </a:extLst>
            </p:cNvPr>
            <p:cNvGrpSpPr/>
            <p:nvPr/>
          </p:nvGrpSpPr>
          <p:grpSpPr>
            <a:xfrm>
              <a:off x="2590800" y="1905000"/>
              <a:ext cx="1143000" cy="228600"/>
              <a:chOff x="4648200" y="2743200"/>
              <a:chExt cx="1143000" cy="228600"/>
            </a:xfrm>
          </p:grpSpPr>
          <p:sp>
            <p:nvSpPr>
              <p:cNvPr id="224" name="Rectangle 223">
                <a:extLst>
                  <a:ext uri="{FF2B5EF4-FFF2-40B4-BE49-F238E27FC236}">
                    <a16:creationId xmlns:a16="http://schemas.microsoft.com/office/drawing/2014/main" id="{59D5EE95-44DC-3643-8431-B85B1C34EA39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5" name="Rectangle 224">
                <a:extLst>
                  <a:ext uri="{FF2B5EF4-FFF2-40B4-BE49-F238E27FC236}">
                    <a16:creationId xmlns:a16="http://schemas.microsoft.com/office/drawing/2014/main" id="{3AB08ACE-4261-0A4D-9289-A925B8B6123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6" name="Rectangle 225">
                <a:extLst>
                  <a:ext uri="{FF2B5EF4-FFF2-40B4-BE49-F238E27FC236}">
                    <a16:creationId xmlns:a16="http://schemas.microsoft.com/office/drawing/2014/main" id="{27AA9D8F-5DEA-1146-A74A-10BBDEB6564C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7" name="Rectangle 226">
                <a:extLst>
                  <a:ext uri="{FF2B5EF4-FFF2-40B4-BE49-F238E27FC236}">
                    <a16:creationId xmlns:a16="http://schemas.microsoft.com/office/drawing/2014/main" id="{D3F016F2-6188-2E47-81C2-DF5607A3764C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8" name="Rectangle 227">
                <a:extLst>
                  <a:ext uri="{FF2B5EF4-FFF2-40B4-BE49-F238E27FC236}">
                    <a16:creationId xmlns:a16="http://schemas.microsoft.com/office/drawing/2014/main" id="{5C607B22-E6E6-EF4C-93B2-2FCE28B65BF7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A42EA120-3734-1849-9AB3-F9DA7F8F0D40}"/>
                </a:ext>
              </a:extLst>
            </p:cNvPr>
            <p:cNvGrpSpPr/>
            <p:nvPr/>
          </p:nvGrpSpPr>
          <p:grpSpPr>
            <a:xfrm>
              <a:off x="3810000" y="1905000"/>
              <a:ext cx="1143000" cy="228600"/>
              <a:chOff x="4648200" y="2743200"/>
              <a:chExt cx="1143000" cy="228600"/>
            </a:xfrm>
          </p:grpSpPr>
          <p:sp>
            <p:nvSpPr>
              <p:cNvPr id="219" name="Rectangle 218">
                <a:extLst>
                  <a:ext uri="{FF2B5EF4-FFF2-40B4-BE49-F238E27FC236}">
                    <a16:creationId xmlns:a16="http://schemas.microsoft.com/office/drawing/2014/main" id="{C1411C07-47AB-5D4D-8226-110B9EBA5A5F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25B4FD4C-9578-174D-AC85-7FD3D749232A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1" name="Rectangle 220">
                <a:extLst>
                  <a:ext uri="{FF2B5EF4-FFF2-40B4-BE49-F238E27FC236}">
                    <a16:creationId xmlns:a16="http://schemas.microsoft.com/office/drawing/2014/main" id="{FB5401D7-1FD5-D94F-AEB0-CFA1074CA1E9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2" name="Rectangle 221">
                <a:extLst>
                  <a:ext uri="{FF2B5EF4-FFF2-40B4-BE49-F238E27FC236}">
                    <a16:creationId xmlns:a16="http://schemas.microsoft.com/office/drawing/2014/main" id="{BBCE522D-2C88-FA43-88C0-4F6FB21B71CC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23" name="Rectangle 222">
                <a:extLst>
                  <a:ext uri="{FF2B5EF4-FFF2-40B4-BE49-F238E27FC236}">
                    <a16:creationId xmlns:a16="http://schemas.microsoft.com/office/drawing/2014/main" id="{E4B75A07-6A33-4A4A-9A24-D9D8CF375F23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21BAB69A-CD10-4B42-99D1-803697F037E2}"/>
                </a:ext>
              </a:extLst>
            </p:cNvPr>
            <p:cNvGrpSpPr/>
            <p:nvPr/>
          </p:nvGrpSpPr>
          <p:grpSpPr>
            <a:xfrm>
              <a:off x="5029200" y="1905000"/>
              <a:ext cx="1143000" cy="228600"/>
              <a:chOff x="4648200" y="2743200"/>
              <a:chExt cx="1143000" cy="228600"/>
            </a:xfrm>
          </p:grpSpPr>
          <p:sp>
            <p:nvSpPr>
              <p:cNvPr id="214" name="Rectangle 213">
                <a:extLst>
                  <a:ext uri="{FF2B5EF4-FFF2-40B4-BE49-F238E27FC236}">
                    <a16:creationId xmlns:a16="http://schemas.microsoft.com/office/drawing/2014/main" id="{9575D4DF-3B74-2741-8EF6-EAADD446B44A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5" name="Rectangle 214">
                <a:extLst>
                  <a:ext uri="{FF2B5EF4-FFF2-40B4-BE49-F238E27FC236}">
                    <a16:creationId xmlns:a16="http://schemas.microsoft.com/office/drawing/2014/main" id="{5B6D9F1C-3E4C-CB43-84D2-ECFFA233510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6" name="Rectangle 215">
                <a:extLst>
                  <a:ext uri="{FF2B5EF4-FFF2-40B4-BE49-F238E27FC236}">
                    <a16:creationId xmlns:a16="http://schemas.microsoft.com/office/drawing/2014/main" id="{82D1C9D1-01C4-F24E-8F99-4D879A9EA870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7" name="Rectangle 216">
                <a:extLst>
                  <a:ext uri="{FF2B5EF4-FFF2-40B4-BE49-F238E27FC236}">
                    <a16:creationId xmlns:a16="http://schemas.microsoft.com/office/drawing/2014/main" id="{11FDB07D-9898-1D48-A12D-102F86377B07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8" name="Rectangle 217">
                <a:extLst>
                  <a:ext uri="{FF2B5EF4-FFF2-40B4-BE49-F238E27FC236}">
                    <a16:creationId xmlns:a16="http://schemas.microsoft.com/office/drawing/2014/main" id="{5880DF26-2940-3444-9BF4-3DC135D43E7B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C291FCD-2F67-5343-A2B4-0577628116BF}"/>
                </a:ext>
              </a:extLst>
            </p:cNvPr>
            <p:cNvGrpSpPr/>
            <p:nvPr/>
          </p:nvGrpSpPr>
          <p:grpSpPr>
            <a:xfrm>
              <a:off x="1371600" y="2209800"/>
              <a:ext cx="1143000" cy="228600"/>
              <a:chOff x="4648200" y="2743200"/>
              <a:chExt cx="1143000" cy="228600"/>
            </a:xfrm>
          </p:grpSpPr>
          <p:sp>
            <p:nvSpPr>
              <p:cNvPr id="209" name="Rectangle 208">
                <a:extLst>
                  <a:ext uri="{FF2B5EF4-FFF2-40B4-BE49-F238E27FC236}">
                    <a16:creationId xmlns:a16="http://schemas.microsoft.com/office/drawing/2014/main" id="{886A750A-E191-D145-9F1C-BC96BA8A43A5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0" name="Rectangle 209">
                <a:extLst>
                  <a:ext uri="{FF2B5EF4-FFF2-40B4-BE49-F238E27FC236}">
                    <a16:creationId xmlns:a16="http://schemas.microsoft.com/office/drawing/2014/main" id="{7A901F2B-F82A-B748-8CA6-D2B099422988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1" name="Rectangle 210">
                <a:extLst>
                  <a:ext uri="{FF2B5EF4-FFF2-40B4-BE49-F238E27FC236}">
                    <a16:creationId xmlns:a16="http://schemas.microsoft.com/office/drawing/2014/main" id="{BC976148-817C-7D41-9F24-532787E6FBBF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2" name="Rectangle 211">
                <a:extLst>
                  <a:ext uri="{FF2B5EF4-FFF2-40B4-BE49-F238E27FC236}">
                    <a16:creationId xmlns:a16="http://schemas.microsoft.com/office/drawing/2014/main" id="{E5DD2784-7A3A-9142-8CDF-116A2498E14F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37BC313A-E64D-B544-AD99-40A9D8A8E582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66784F56-DA1A-DE4A-A64F-5ADCF917E4CE}"/>
                </a:ext>
              </a:extLst>
            </p:cNvPr>
            <p:cNvGrpSpPr/>
            <p:nvPr/>
          </p:nvGrpSpPr>
          <p:grpSpPr>
            <a:xfrm>
              <a:off x="2590800" y="2209800"/>
              <a:ext cx="1143000" cy="228600"/>
              <a:chOff x="4648200" y="2743200"/>
              <a:chExt cx="1143000" cy="228600"/>
            </a:xfrm>
          </p:grpSpPr>
          <p:sp>
            <p:nvSpPr>
              <p:cNvPr id="204" name="Rectangle 203">
                <a:extLst>
                  <a:ext uri="{FF2B5EF4-FFF2-40B4-BE49-F238E27FC236}">
                    <a16:creationId xmlns:a16="http://schemas.microsoft.com/office/drawing/2014/main" id="{3FC9BEE6-7501-6441-80F2-94C2023FFEE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5" name="Rectangle 204">
                <a:extLst>
                  <a:ext uri="{FF2B5EF4-FFF2-40B4-BE49-F238E27FC236}">
                    <a16:creationId xmlns:a16="http://schemas.microsoft.com/office/drawing/2014/main" id="{84FD734A-CBFF-464A-8ACB-5F5130ECE3F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6" name="Rectangle 205">
                <a:extLst>
                  <a:ext uri="{FF2B5EF4-FFF2-40B4-BE49-F238E27FC236}">
                    <a16:creationId xmlns:a16="http://schemas.microsoft.com/office/drawing/2014/main" id="{DF73440A-034B-9F4E-BAF1-8AFA6CA39663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7" name="Rectangle 206">
                <a:extLst>
                  <a:ext uri="{FF2B5EF4-FFF2-40B4-BE49-F238E27FC236}">
                    <a16:creationId xmlns:a16="http://schemas.microsoft.com/office/drawing/2014/main" id="{CC09C4BE-9E93-A240-B977-1C870B263181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8" name="Rectangle 207">
                <a:extLst>
                  <a:ext uri="{FF2B5EF4-FFF2-40B4-BE49-F238E27FC236}">
                    <a16:creationId xmlns:a16="http://schemas.microsoft.com/office/drawing/2014/main" id="{10DB29E7-6FDF-4945-914B-6D05DD9C1675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DE24CBE4-0DB9-174C-92CD-75614529D5C5}"/>
                </a:ext>
              </a:extLst>
            </p:cNvPr>
            <p:cNvGrpSpPr/>
            <p:nvPr/>
          </p:nvGrpSpPr>
          <p:grpSpPr>
            <a:xfrm>
              <a:off x="3810000" y="2209800"/>
              <a:ext cx="1143000" cy="228600"/>
              <a:chOff x="4648200" y="2743200"/>
              <a:chExt cx="1143000" cy="228600"/>
            </a:xfrm>
          </p:grpSpPr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7969C329-BB6E-0A49-A57B-E79409E8863F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4D15ADA6-85B9-8C44-86ED-EB706BA573F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956A9301-CA90-4549-9BF9-4B2CE0A6891F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132A67A9-3D49-9341-B352-79C61B10E407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203" name="Rectangle 202">
                <a:extLst>
                  <a:ext uri="{FF2B5EF4-FFF2-40B4-BE49-F238E27FC236}">
                    <a16:creationId xmlns:a16="http://schemas.microsoft.com/office/drawing/2014/main" id="{DD29236E-C844-234C-AB6E-67B11AA3E1B4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A772258-05B3-7242-9C0C-941028916326}"/>
                </a:ext>
              </a:extLst>
            </p:cNvPr>
            <p:cNvGrpSpPr/>
            <p:nvPr/>
          </p:nvGrpSpPr>
          <p:grpSpPr>
            <a:xfrm>
              <a:off x="5029200" y="2209800"/>
              <a:ext cx="1143000" cy="228600"/>
              <a:chOff x="4648200" y="2743200"/>
              <a:chExt cx="1143000" cy="228600"/>
            </a:xfrm>
          </p:grpSpPr>
          <p:sp>
            <p:nvSpPr>
              <p:cNvPr id="194" name="Rectangle 193">
                <a:extLst>
                  <a:ext uri="{FF2B5EF4-FFF2-40B4-BE49-F238E27FC236}">
                    <a16:creationId xmlns:a16="http://schemas.microsoft.com/office/drawing/2014/main" id="{E6350251-F6B0-FB4E-BD0E-A5D7352177E3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91656EE8-A00F-0642-BF17-D7F6037ABA2D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C45BD4A9-FB41-F34E-9112-9D2F02A8D1C9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B6378640-1616-1540-BCB1-64117A33E700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C2C40988-9EA6-BD47-B1B9-D4C26DB3D8EE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A8F9164-EA00-7846-8379-47DEBED7C115}"/>
                </a:ext>
              </a:extLst>
            </p:cNvPr>
            <p:cNvGrpSpPr/>
            <p:nvPr/>
          </p:nvGrpSpPr>
          <p:grpSpPr>
            <a:xfrm>
              <a:off x="1371600" y="2514600"/>
              <a:ext cx="1143000" cy="228600"/>
              <a:chOff x="4648200" y="2743200"/>
              <a:chExt cx="1143000" cy="228600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A28891DD-A581-7347-A006-C7101ED9EB4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0" name="Rectangle 189">
                <a:extLst>
                  <a:ext uri="{FF2B5EF4-FFF2-40B4-BE49-F238E27FC236}">
                    <a16:creationId xmlns:a16="http://schemas.microsoft.com/office/drawing/2014/main" id="{B0D54A71-9C73-9646-9998-6A8C89DAFDA5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187B4259-A887-0A4F-AFCE-4866E4CF20AB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2" name="Rectangle 191">
                <a:extLst>
                  <a:ext uri="{FF2B5EF4-FFF2-40B4-BE49-F238E27FC236}">
                    <a16:creationId xmlns:a16="http://schemas.microsoft.com/office/drawing/2014/main" id="{6B6A3F93-ED75-4240-BD96-5B9E0FA3557E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9FCF1B42-18A2-704C-9F0A-865E235CFC57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C30BA80C-A4A8-4343-808A-4F682BC60A0A}"/>
                </a:ext>
              </a:extLst>
            </p:cNvPr>
            <p:cNvGrpSpPr/>
            <p:nvPr/>
          </p:nvGrpSpPr>
          <p:grpSpPr>
            <a:xfrm>
              <a:off x="2590800" y="2514600"/>
              <a:ext cx="1143000" cy="228600"/>
              <a:chOff x="4648200" y="2743200"/>
              <a:chExt cx="1143000" cy="228600"/>
            </a:xfrm>
          </p:grpSpPr>
          <p:sp>
            <p:nvSpPr>
              <p:cNvPr id="184" name="Rectangle 183">
                <a:extLst>
                  <a:ext uri="{FF2B5EF4-FFF2-40B4-BE49-F238E27FC236}">
                    <a16:creationId xmlns:a16="http://schemas.microsoft.com/office/drawing/2014/main" id="{D3D1A94E-C3FD-9241-817B-AF4ED273A5C7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68A604AD-6AF0-5C4B-8D5A-1AA312970B81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6" name="Rectangle 185">
                <a:extLst>
                  <a:ext uri="{FF2B5EF4-FFF2-40B4-BE49-F238E27FC236}">
                    <a16:creationId xmlns:a16="http://schemas.microsoft.com/office/drawing/2014/main" id="{16790072-D5B8-9842-AB7F-35E4E48AC156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57D91F8E-519D-BF47-8BA3-00A149BED469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8" name="Rectangle 187">
                <a:extLst>
                  <a:ext uri="{FF2B5EF4-FFF2-40B4-BE49-F238E27FC236}">
                    <a16:creationId xmlns:a16="http://schemas.microsoft.com/office/drawing/2014/main" id="{CCD86F83-DE16-4744-AE41-A01CD415A057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B31A681-8220-AE49-8FEE-FBE1422B1441}"/>
                </a:ext>
              </a:extLst>
            </p:cNvPr>
            <p:cNvGrpSpPr/>
            <p:nvPr/>
          </p:nvGrpSpPr>
          <p:grpSpPr>
            <a:xfrm>
              <a:off x="3810000" y="2514600"/>
              <a:ext cx="1143000" cy="228600"/>
              <a:chOff x="4648200" y="2743200"/>
              <a:chExt cx="1143000" cy="228600"/>
            </a:xfrm>
          </p:grpSpPr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E6EDBB82-58AD-0E4A-9624-F5825A4FF0EB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2954ACB5-F253-1643-B19B-1917B98FB108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DB4BB1E0-DECC-4E44-AEDB-1F5FE7FDF7F1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FE6B4F58-4C56-2043-BA63-0F04966FF7E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263CE2AB-F874-8446-9951-74CAC49959C2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94851425-B06F-C14F-B8A2-5B9A51F4393E}"/>
                </a:ext>
              </a:extLst>
            </p:cNvPr>
            <p:cNvGrpSpPr/>
            <p:nvPr/>
          </p:nvGrpSpPr>
          <p:grpSpPr>
            <a:xfrm>
              <a:off x="5029200" y="2514600"/>
              <a:ext cx="1143000" cy="228600"/>
              <a:chOff x="4648200" y="2743200"/>
              <a:chExt cx="1143000" cy="228600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1C3C21F8-5710-B449-AE00-059727C7D1C5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028733CA-E586-C743-BEC6-2AA5BEC7A68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6" name="Rectangle 175">
                <a:extLst>
                  <a:ext uri="{FF2B5EF4-FFF2-40B4-BE49-F238E27FC236}">
                    <a16:creationId xmlns:a16="http://schemas.microsoft.com/office/drawing/2014/main" id="{1E5A3883-B471-BD47-8C87-B8E6D6B43D4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2BC29A3A-C56F-6E45-B41F-7AA4939FA388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8" name="Rectangle 177">
                <a:extLst>
                  <a:ext uri="{FF2B5EF4-FFF2-40B4-BE49-F238E27FC236}">
                    <a16:creationId xmlns:a16="http://schemas.microsoft.com/office/drawing/2014/main" id="{57238ED4-3ABF-8948-81A4-4593DCDB3B61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FD04ED5-5348-D44C-A48B-2B8C872D878A}"/>
                </a:ext>
              </a:extLst>
            </p:cNvPr>
            <p:cNvGrpSpPr/>
            <p:nvPr/>
          </p:nvGrpSpPr>
          <p:grpSpPr>
            <a:xfrm>
              <a:off x="1371600" y="2819400"/>
              <a:ext cx="1143000" cy="228600"/>
              <a:chOff x="4648200" y="2743200"/>
              <a:chExt cx="1143000" cy="228600"/>
            </a:xfrm>
          </p:grpSpPr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A341E768-B11F-984C-96A6-7C72DF3C38D7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0" name="Rectangle 169">
                <a:extLst>
                  <a:ext uri="{FF2B5EF4-FFF2-40B4-BE49-F238E27FC236}">
                    <a16:creationId xmlns:a16="http://schemas.microsoft.com/office/drawing/2014/main" id="{E115FDFC-C0F7-1944-B184-588B9EAB85FF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2E4D3691-1D44-874D-999F-AFCD416E5E6D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2" name="Rectangle 171">
                <a:extLst>
                  <a:ext uri="{FF2B5EF4-FFF2-40B4-BE49-F238E27FC236}">
                    <a16:creationId xmlns:a16="http://schemas.microsoft.com/office/drawing/2014/main" id="{E314CCD0-7D38-A946-A5FC-0C3F11A95626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22165EAA-493B-0C4F-837F-89B6A4F48401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CD0E123A-3853-7942-9066-0CC081EC9F45}"/>
                </a:ext>
              </a:extLst>
            </p:cNvPr>
            <p:cNvGrpSpPr/>
            <p:nvPr/>
          </p:nvGrpSpPr>
          <p:grpSpPr>
            <a:xfrm>
              <a:off x="2590800" y="2819400"/>
              <a:ext cx="1143000" cy="228600"/>
              <a:chOff x="4648200" y="2743200"/>
              <a:chExt cx="1143000" cy="228600"/>
            </a:xfrm>
          </p:grpSpPr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7F7EE5F3-BEA0-FA46-BE0A-39D986BDACC4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87D4F23A-7273-6E4A-8B1A-63E067463F1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EA84460E-788C-8241-9ADE-7F817161E17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7" name="Rectangle 166">
                <a:extLst>
                  <a:ext uri="{FF2B5EF4-FFF2-40B4-BE49-F238E27FC236}">
                    <a16:creationId xmlns:a16="http://schemas.microsoft.com/office/drawing/2014/main" id="{693BACCA-D257-8842-B505-B3D310AFEBDB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3D8AD35E-9F40-F640-87D6-1DD35EAE4FB9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039A2042-85C4-044B-A47F-B68ACC43A490}"/>
                </a:ext>
              </a:extLst>
            </p:cNvPr>
            <p:cNvGrpSpPr/>
            <p:nvPr/>
          </p:nvGrpSpPr>
          <p:grpSpPr>
            <a:xfrm>
              <a:off x="3810000" y="2819400"/>
              <a:ext cx="1143000" cy="228600"/>
              <a:chOff x="4648200" y="2743200"/>
              <a:chExt cx="1143000" cy="228600"/>
            </a:xfrm>
          </p:grpSpPr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F559A8D1-60CE-C94B-B67F-EA05E3A76B97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8DABC055-0099-FF48-A4EA-F48CA0DADD39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E305229B-E490-E64F-9925-CA82F4B4843A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A627B747-7CDF-9040-B8C2-5CEDA8B10C6C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63" name="Rectangle 162">
                <a:extLst>
                  <a:ext uri="{FF2B5EF4-FFF2-40B4-BE49-F238E27FC236}">
                    <a16:creationId xmlns:a16="http://schemas.microsoft.com/office/drawing/2014/main" id="{CA7D0448-FB13-2E4F-8481-D69277EA0DF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0BBA8D15-BBDD-A04A-8322-B6AF3D7B974B}"/>
                </a:ext>
              </a:extLst>
            </p:cNvPr>
            <p:cNvGrpSpPr/>
            <p:nvPr/>
          </p:nvGrpSpPr>
          <p:grpSpPr>
            <a:xfrm>
              <a:off x="5029200" y="2819400"/>
              <a:ext cx="1143000" cy="228600"/>
              <a:chOff x="4648200" y="2743200"/>
              <a:chExt cx="1143000" cy="228600"/>
            </a:xfrm>
          </p:grpSpPr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AEBE48C3-B537-6049-B1CB-B66F59034F72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6C79ACBE-4008-8A4F-A70A-3A810C23416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C60BF514-928A-2E4E-9589-D52AF665890E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98B328F7-5122-AF4C-809B-EA7166F0EA22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9343CBAE-DF43-2646-9A11-24713B7CC439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098C7C5C-3781-1544-B677-571162F70397}"/>
                </a:ext>
              </a:extLst>
            </p:cNvPr>
            <p:cNvGrpSpPr/>
            <p:nvPr/>
          </p:nvGrpSpPr>
          <p:grpSpPr>
            <a:xfrm>
              <a:off x="1371600" y="3124200"/>
              <a:ext cx="1143000" cy="228600"/>
              <a:chOff x="4648200" y="2743200"/>
              <a:chExt cx="1143000" cy="228600"/>
            </a:xfrm>
          </p:grpSpPr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9B5E9E2F-4BE2-1645-8157-382C9D98414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A20E9387-1E59-834B-981C-C9F2A3E3C30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74893D16-58E9-FC42-B2A2-297DD0FEA74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9A4F350A-E695-F348-9A3F-CD28BED5A1CA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400FAC53-0775-EF4D-A327-2BD534D77D3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3B7177C5-FA60-4744-A80C-D51576513186}"/>
                </a:ext>
              </a:extLst>
            </p:cNvPr>
            <p:cNvGrpSpPr/>
            <p:nvPr/>
          </p:nvGrpSpPr>
          <p:grpSpPr>
            <a:xfrm>
              <a:off x="2590800" y="3124200"/>
              <a:ext cx="1143000" cy="228600"/>
              <a:chOff x="4648200" y="2743200"/>
              <a:chExt cx="1143000" cy="228600"/>
            </a:xfrm>
          </p:grpSpPr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6B183B98-558E-5E44-97DC-1A396F064A9B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9B6C7BE8-B054-044A-8B6B-964F459BFDF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37726DEF-2606-6C40-8191-D081B8FACEDC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7074AF1-1F10-4549-A177-0CE5FE844FCA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456BC0B7-E295-B642-B2CF-A1D9BC88347C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FF1A21F6-F420-9D48-9EF8-19B5F2AB211F}"/>
                </a:ext>
              </a:extLst>
            </p:cNvPr>
            <p:cNvGrpSpPr/>
            <p:nvPr/>
          </p:nvGrpSpPr>
          <p:grpSpPr>
            <a:xfrm>
              <a:off x="3810000" y="3124200"/>
              <a:ext cx="1143000" cy="228600"/>
              <a:chOff x="4648200" y="2743200"/>
              <a:chExt cx="1143000" cy="228600"/>
            </a:xfrm>
          </p:grpSpPr>
          <p:sp>
            <p:nvSpPr>
              <p:cNvPr id="139" name="Rectangle 138">
                <a:extLst>
                  <a:ext uri="{FF2B5EF4-FFF2-40B4-BE49-F238E27FC236}">
                    <a16:creationId xmlns:a16="http://schemas.microsoft.com/office/drawing/2014/main" id="{2AAD361D-9A8A-554C-A6F1-C7B6B0C51A5D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60086BA2-8A5E-A44B-9873-1DAAB25FA87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1" name="Rectangle 140">
                <a:extLst>
                  <a:ext uri="{FF2B5EF4-FFF2-40B4-BE49-F238E27FC236}">
                    <a16:creationId xmlns:a16="http://schemas.microsoft.com/office/drawing/2014/main" id="{B263C2B7-A459-3843-8383-6E7F49EDEAA3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CB096073-CB12-E246-A182-50C38DE5DDB2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72C02D28-836F-D549-A2AA-94D0E9D98A4D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69D54C5A-FD91-D349-8940-6B90BCBED290}"/>
                </a:ext>
              </a:extLst>
            </p:cNvPr>
            <p:cNvGrpSpPr/>
            <p:nvPr/>
          </p:nvGrpSpPr>
          <p:grpSpPr>
            <a:xfrm>
              <a:off x="5029200" y="3124200"/>
              <a:ext cx="1143000" cy="228600"/>
              <a:chOff x="4648200" y="2743200"/>
              <a:chExt cx="1143000" cy="228600"/>
            </a:xfrm>
          </p:grpSpPr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5E11E1D2-E342-3B48-854C-371D6D4AD4BE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63677E81-38DA-7942-BBC9-DD1D0C200C07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6" name="Rectangle 135">
                <a:extLst>
                  <a:ext uri="{FF2B5EF4-FFF2-40B4-BE49-F238E27FC236}">
                    <a16:creationId xmlns:a16="http://schemas.microsoft.com/office/drawing/2014/main" id="{76AABB7A-66A0-4246-BD70-528564B3550A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7" name="Rectangle 136">
                <a:extLst>
                  <a:ext uri="{FF2B5EF4-FFF2-40B4-BE49-F238E27FC236}">
                    <a16:creationId xmlns:a16="http://schemas.microsoft.com/office/drawing/2014/main" id="{2C1A49D9-63CE-504B-B26D-942DC28E9ED2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8" name="Rectangle 137">
                <a:extLst>
                  <a:ext uri="{FF2B5EF4-FFF2-40B4-BE49-F238E27FC236}">
                    <a16:creationId xmlns:a16="http://schemas.microsoft.com/office/drawing/2014/main" id="{BE98F039-961A-3640-A16C-554DD9B5C9EA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F2673F2-A6C9-8045-8221-D092DA9B1D24}"/>
                </a:ext>
              </a:extLst>
            </p:cNvPr>
            <p:cNvGrpSpPr/>
            <p:nvPr/>
          </p:nvGrpSpPr>
          <p:grpSpPr>
            <a:xfrm>
              <a:off x="1371600" y="3429000"/>
              <a:ext cx="1143000" cy="228600"/>
              <a:chOff x="4648200" y="2743200"/>
              <a:chExt cx="1143000" cy="228600"/>
            </a:xfrm>
          </p:grpSpPr>
          <p:sp>
            <p:nvSpPr>
              <p:cNvPr id="129" name="Rectangle 128">
                <a:extLst>
                  <a:ext uri="{FF2B5EF4-FFF2-40B4-BE49-F238E27FC236}">
                    <a16:creationId xmlns:a16="http://schemas.microsoft.com/office/drawing/2014/main" id="{AEE8F57F-D76E-354F-9886-64FA92C5FCB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0" name="Rectangle 129">
                <a:extLst>
                  <a:ext uri="{FF2B5EF4-FFF2-40B4-BE49-F238E27FC236}">
                    <a16:creationId xmlns:a16="http://schemas.microsoft.com/office/drawing/2014/main" id="{C0D5442C-8348-1F43-B5D3-9D56B10D7599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1" name="Rectangle 130">
                <a:extLst>
                  <a:ext uri="{FF2B5EF4-FFF2-40B4-BE49-F238E27FC236}">
                    <a16:creationId xmlns:a16="http://schemas.microsoft.com/office/drawing/2014/main" id="{E3E5264B-BB2E-F547-AB0C-538AA77BE0DA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2" name="Rectangle 131">
                <a:extLst>
                  <a:ext uri="{FF2B5EF4-FFF2-40B4-BE49-F238E27FC236}">
                    <a16:creationId xmlns:a16="http://schemas.microsoft.com/office/drawing/2014/main" id="{3B57F3A1-6C11-7C4E-8D8C-5BCBB85AE77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33" name="Rectangle 132">
                <a:extLst>
                  <a:ext uri="{FF2B5EF4-FFF2-40B4-BE49-F238E27FC236}">
                    <a16:creationId xmlns:a16="http://schemas.microsoft.com/office/drawing/2014/main" id="{1C5A0AC2-4D72-F744-A2A7-DF380BD872FF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B5AAFC85-9BFE-3D4C-8AFC-3187614FFDAB}"/>
                </a:ext>
              </a:extLst>
            </p:cNvPr>
            <p:cNvGrpSpPr/>
            <p:nvPr/>
          </p:nvGrpSpPr>
          <p:grpSpPr>
            <a:xfrm>
              <a:off x="2590800" y="3429000"/>
              <a:ext cx="1143000" cy="228600"/>
              <a:chOff x="4648200" y="2743200"/>
              <a:chExt cx="1143000" cy="228600"/>
            </a:xfrm>
          </p:grpSpPr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1D307E5C-1A09-8248-8D84-A914CCF4DA01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828F34BB-0CEF-F249-B7D0-692EEF902F9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011AFDC9-072F-D84D-8BC6-37B2476BEF52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7" name="Rectangle 126">
                <a:extLst>
                  <a:ext uri="{FF2B5EF4-FFF2-40B4-BE49-F238E27FC236}">
                    <a16:creationId xmlns:a16="http://schemas.microsoft.com/office/drawing/2014/main" id="{D5F83141-4786-3B4B-9060-250F71369A97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3777364C-89C7-B543-80C6-BAEC521AFC96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EADD0C43-973D-5244-A81C-18D37088F7DE}"/>
                </a:ext>
              </a:extLst>
            </p:cNvPr>
            <p:cNvGrpSpPr/>
            <p:nvPr/>
          </p:nvGrpSpPr>
          <p:grpSpPr>
            <a:xfrm>
              <a:off x="3810000" y="3429000"/>
              <a:ext cx="1143000" cy="228600"/>
              <a:chOff x="4648200" y="2743200"/>
              <a:chExt cx="1143000" cy="228600"/>
            </a:xfrm>
          </p:grpSpPr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51CFCA62-BB10-5F41-A635-61FFA6F9435C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7DB44C55-D4E0-5449-B162-75E5A4B479ED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0886FE68-27EB-3544-9246-C90D0D02FD1D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C0807794-BA3D-D540-949D-3A29F5B8B53E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34296DE0-A61B-8349-A4F7-AB52E36E04DE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487CC5BE-59D3-5143-A079-F6A04F9BD720}"/>
                </a:ext>
              </a:extLst>
            </p:cNvPr>
            <p:cNvGrpSpPr/>
            <p:nvPr/>
          </p:nvGrpSpPr>
          <p:grpSpPr>
            <a:xfrm>
              <a:off x="5029200" y="3429000"/>
              <a:ext cx="1143000" cy="228600"/>
              <a:chOff x="4648200" y="2743200"/>
              <a:chExt cx="1143000" cy="228600"/>
            </a:xfrm>
          </p:grpSpPr>
          <p:sp>
            <p:nvSpPr>
              <p:cNvPr id="114" name="Rectangle 113">
                <a:extLst>
                  <a:ext uri="{FF2B5EF4-FFF2-40B4-BE49-F238E27FC236}">
                    <a16:creationId xmlns:a16="http://schemas.microsoft.com/office/drawing/2014/main" id="{09D64879-EB5B-2840-AC65-7F54C01BC7C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5" name="Rectangle 114">
                <a:extLst>
                  <a:ext uri="{FF2B5EF4-FFF2-40B4-BE49-F238E27FC236}">
                    <a16:creationId xmlns:a16="http://schemas.microsoft.com/office/drawing/2014/main" id="{1852B25D-1848-964D-9420-853E3B1E1D6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6" name="Rectangle 115">
                <a:extLst>
                  <a:ext uri="{FF2B5EF4-FFF2-40B4-BE49-F238E27FC236}">
                    <a16:creationId xmlns:a16="http://schemas.microsoft.com/office/drawing/2014/main" id="{52C9D3EC-0F63-8949-A617-FB6D4A38ED63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7" name="Rectangle 116">
                <a:extLst>
                  <a:ext uri="{FF2B5EF4-FFF2-40B4-BE49-F238E27FC236}">
                    <a16:creationId xmlns:a16="http://schemas.microsoft.com/office/drawing/2014/main" id="{53863865-B482-FA4F-8BB4-A0022D8DF068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8" name="Rectangle 117">
                <a:extLst>
                  <a:ext uri="{FF2B5EF4-FFF2-40B4-BE49-F238E27FC236}">
                    <a16:creationId xmlns:a16="http://schemas.microsoft.com/office/drawing/2014/main" id="{6C39CA8E-2F36-BA40-9C25-9222C3853E77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00EB02F-D600-F747-95E1-0AE340C4D98C}"/>
                </a:ext>
              </a:extLst>
            </p:cNvPr>
            <p:cNvGrpSpPr/>
            <p:nvPr/>
          </p:nvGrpSpPr>
          <p:grpSpPr>
            <a:xfrm>
              <a:off x="1371600" y="3733800"/>
              <a:ext cx="1143000" cy="228600"/>
              <a:chOff x="4648200" y="2743200"/>
              <a:chExt cx="1143000" cy="228600"/>
            </a:xfrm>
          </p:grpSpPr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F5E7EBFD-F9F8-1A43-AC66-E0D097469652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860A4BEB-BD20-924B-AF37-0BC3C4DCDCE6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D0583D8F-3F58-DC48-93B8-68BCC5E6C738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34B849F2-A862-644A-BA90-3AE7CD30A44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3" name="Rectangle 112">
                <a:extLst>
                  <a:ext uri="{FF2B5EF4-FFF2-40B4-BE49-F238E27FC236}">
                    <a16:creationId xmlns:a16="http://schemas.microsoft.com/office/drawing/2014/main" id="{E3BC9FF5-0547-5746-A278-4EC80FD0B132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0AD6D9BC-D083-3240-B1DE-92FD76249E62}"/>
                </a:ext>
              </a:extLst>
            </p:cNvPr>
            <p:cNvGrpSpPr/>
            <p:nvPr/>
          </p:nvGrpSpPr>
          <p:grpSpPr>
            <a:xfrm>
              <a:off x="2590800" y="3733800"/>
              <a:ext cx="1143000" cy="228600"/>
              <a:chOff x="4648200" y="2743200"/>
              <a:chExt cx="1143000" cy="228600"/>
            </a:xfrm>
          </p:grpSpPr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703F6D18-F145-674C-B23B-C5C87FBC2AFA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5" name="Rectangle 104">
                <a:extLst>
                  <a:ext uri="{FF2B5EF4-FFF2-40B4-BE49-F238E27FC236}">
                    <a16:creationId xmlns:a16="http://schemas.microsoft.com/office/drawing/2014/main" id="{A3A839A0-5AD6-2346-BEA4-88FA7345D941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668CED95-4CC6-1040-849C-406F4328CFF1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7" name="Rectangle 106">
                <a:extLst>
                  <a:ext uri="{FF2B5EF4-FFF2-40B4-BE49-F238E27FC236}">
                    <a16:creationId xmlns:a16="http://schemas.microsoft.com/office/drawing/2014/main" id="{A8EDF397-7CB0-9141-9FEE-49F6170B2A56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3D4494AD-4AED-A448-8536-82C1C4F641CE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1B0D12BA-6B4B-E942-AFD8-C5777D6A580B}"/>
                </a:ext>
              </a:extLst>
            </p:cNvPr>
            <p:cNvGrpSpPr/>
            <p:nvPr/>
          </p:nvGrpSpPr>
          <p:grpSpPr>
            <a:xfrm>
              <a:off x="3810000" y="3733800"/>
              <a:ext cx="1143000" cy="228600"/>
              <a:chOff x="4648200" y="2743200"/>
              <a:chExt cx="1143000" cy="228600"/>
            </a:xfrm>
          </p:grpSpPr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D11D034D-1339-E447-8B7B-CEF543F38605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B942A1D0-74CF-7547-81B8-FA0C9EB25766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2DFB0E9-0EDB-2D45-8241-A061F4D85281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CCF6D4D0-B13F-CB48-9BB6-86F53E09C6B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877DA41C-C8C7-4E43-AF78-2942BD6D9953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E6D3956-7C1C-BD44-A8C2-572AAE1D6FF2}"/>
                </a:ext>
              </a:extLst>
            </p:cNvPr>
            <p:cNvGrpSpPr/>
            <p:nvPr/>
          </p:nvGrpSpPr>
          <p:grpSpPr>
            <a:xfrm>
              <a:off x="5029200" y="3733800"/>
              <a:ext cx="1143000" cy="228600"/>
              <a:chOff x="4648200" y="2743200"/>
              <a:chExt cx="1143000" cy="228600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51943871-DAB0-3B47-8326-3E68D543C1D0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E33A878A-40E0-3F4D-8087-34685DC72063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EF141F9C-77EE-2345-AEB8-AB573E56701E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A8CE26B1-B3EE-D341-89C9-3B8AAD80D8D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27A2AAA8-2EAA-1B4F-A3EA-8BC1BCE15588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4A55337B-411E-194D-893A-32AE439259B2}"/>
                </a:ext>
              </a:extLst>
            </p:cNvPr>
            <p:cNvGrpSpPr/>
            <p:nvPr/>
          </p:nvGrpSpPr>
          <p:grpSpPr>
            <a:xfrm>
              <a:off x="1371600" y="4038600"/>
              <a:ext cx="1143000" cy="228600"/>
              <a:chOff x="4648200" y="2743200"/>
              <a:chExt cx="1143000" cy="228600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8724554C-EEAA-134B-8884-F2AFE7F141A7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28E46F59-9B17-BA43-A46D-55B7613121A0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42EFBA2C-82E7-784C-9652-E4AF5015233F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C7BE3660-762D-1642-B372-BB96DE6FC921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67843B2E-C312-A74F-AD3F-5C36BD78C602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B2702B46-0830-B049-8653-A1CDF203A415}"/>
                </a:ext>
              </a:extLst>
            </p:cNvPr>
            <p:cNvGrpSpPr/>
            <p:nvPr/>
          </p:nvGrpSpPr>
          <p:grpSpPr>
            <a:xfrm>
              <a:off x="2590800" y="4038600"/>
              <a:ext cx="1143000" cy="228600"/>
              <a:chOff x="4648200" y="2743200"/>
              <a:chExt cx="1143000" cy="228600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9C05FBE-FAA0-B845-81B4-8C238853CEDC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AD2E9FE-D020-A64B-8141-2B8156E08D6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849C5EF4-369C-6048-9080-36B26647D42E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5A4AB9AC-D0C8-984A-8153-57F2C95EC775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00FF7950-301D-8547-9D65-7C64C8583D1C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78D66112-A52F-D145-8995-6D034531CFFA}"/>
                </a:ext>
              </a:extLst>
            </p:cNvPr>
            <p:cNvGrpSpPr/>
            <p:nvPr/>
          </p:nvGrpSpPr>
          <p:grpSpPr>
            <a:xfrm>
              <a:off x="3810000" y="4038600"/>
              <a:ext cx="1143000" cy="228600"/>
              <a:chOff x="4648200" y="2743200"/>
              <a:chExt cx="1143000" cy="228600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F5D09D8-DB1A-4043-B477-5264D88584F8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0" name="Rectangle 79">
                <a:extLst>
                  <a:ext uri="{FF2B5EF4-FFF2-40B4-BE49-F238E27FC236}">
                    <a16:creationId xmlns:a16="http://schemas.microsoft.com/office/drawing/2014/main" id="{01F1E06A-103F-A84D-8B42-1E72791EAC3B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F83D4A01-139F-B941-A2A8-E924E4EE9ECF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566C9493-8822-E744-8159-07F77EE00E9C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A215FC3B-A751-1F48-8D1A-18CAF71E5A52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FF90ACD3-A739-624B-B654-59EECAE699CA}"/>
                </a:ext>
              </a:extLst>
            </p:cNvPr>
            <p:cNvGrpSpPr/>
            <p:nvPr/>
          </p:nvGrpSpPr>
          <p:grpSpPr>
            <a:xfrm>
              <a:off x="5029200" y="4038600"/>
              <a:ext cx="1143000" cy="228600"/>
              <a:chOff x="4648200" y="2743200"/>
              <a:chExt cx="1143000" cy="228600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DE15B664-AFAF-F24E-A0D3-26EADCC4A9EB}"/>
                  </a:ext>
                </a:extLst>
              </p:cNvPr>
              <p:cNvSpPr/>
              <p:nvPr/>
            </p:nvSpPr>
            <p:spPr>
              <a:xfrm>
                <a:off x="4648200" y="2743200"/>
                <a:ext cx="228600" cy="228600"/>
              </a:xfrm>
              <a:prstGeom prst="rect">
                <a:avLst/>
              </a:prstGeom>
              <a:solidFill>
                <a:srgbClr val="FF0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4A98EF12-FA97-CD46-9ED4-028271FE8D7E}"/>
                  </a:ext>
                </a:extLst>
              </p:cNvPr>
              <p:cNvSpPr/>
              <p:nvPr/>
            </p:nvSpPr>
            <p:spPr>
              <a:xfrm>
                <a:off x="4876800" y="2743200"/>
                <a:ext cx="228600" cy="228600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3097CEE1-0A14-CD42-9CBB-6C1B47677574}"/>
                  </a:ext>
                </a:extLst>
              </p:cNvPr>
              <p:cNvSpPr/>
              <p:nvPr/>
            </p:nvSpPr>
            <p:spPr>
              <a:xfrm>
                <a:off x="5105400" y="2743200"/>
                <a:ext cx="228600" cy="2286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1EECF01D-C401-0C4D-BCCB-33CA553E3EB3}"/>
                  </a:ext>
                </a:extLst>
              </p:cNvPr>
              <p:cNvSpPr/>
              <p:nvPr/>
            </p:nvSpPr>
            <p:spPr>
              <a:xfrm>
                <a:off x="5334000" y="2743200"/>
                <a:ext cx="228600" cy="228600"/>
              </a:xfrm>
              <a:prstGeom prst="rect">
                <a:avLst/>
              </a:prstGeom>
              <a:solidFill>
                <a:srgbClr val="00B0F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87A2255-ACEA-7548-8F60-C3F8F73D27C1}"/>
                  </a:ext>
                </a:extLst>
              </p:cNvPr>
              <p:cNvSpPr/>
              <p:nvPr/>
            </p:nvSpPr>
            <p:spPr>
              <a:xfrm>
                <a:off x="5562600" y="2743200"/>
                <a:ext cx="228600" cy="228600"/>
              </a:xfrm>
              <a:prstGeom prst="rect">
                <a:avLst/>
              </a:prstGeom>
              <a:solidFill>
                <a:srgbClr val="7030A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1C501DB-10B5-CA4B-8AE4-0393FC16FF29}"/>
                </a:ext>
              </a:extLst>
            </p:cNvPr>
            <p:cNvSpPr txBox="1"/>
            <p:nvPr/>
          </p:nvSpPr>
          <p:spPr>
            <a:xfrm>
              <a:off x="533400" y="533400"/>
              <a:ext cx="30850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BIP:  Band Interleaved by Pixel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5FD15B5-77A1-9942-B4CF-6181E79D7779}"/>
                </a:ext>
              </a:extLst>
            </p:cNvPr>
            <p:cNvSpPr txBox="1"/>
            <p:nvPr/>
          </p:nvSpPr>
          <p:spPr>
            <a:xfrm>
              <a:off x="12954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1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474A039-EEFA-E44F-922D-AD0C700A54A0}"/>
                </a:ext>
              </a:extLst>
            </p:cNvPr>
            <p:cNvSpPr txBox="1"/>
            <p:nvPr/>
          </p:nvSpPr>
          <p:spPr>
            <a:xfrm>
              <a:off x="25146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580EB1D-DEDF-C143-94D5-64FEA32A1E96}"/>
                </a:ext>
              </a:extLst>
            </p:cNvPr>
            <p:cNvSpPr txBox="1"/>
            <p:nvPr/>
          </p:nvSpPr>
          <p:spPr>
            <a:xfrm>
              <a:off x="533400" y="12192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EC906FF-9608-6E4E-8557-F72323017F4B}"/>
                </a:ext>
              </a:extLst>
            </p:cNvPr>
            <p:cNvSpPr txBox="1"/>
            <p:nvPr/>
          </p:nvSpPr>
          <p:spPr>
            <a:xfrm>
              <a:off x="533400" y="1524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28D1B3F-2B78-BB46-9878-8688176A1B69}"/>
                </a:ext>
              </a:extLst>
            </p:cNvPr>
            <p:cNvSpPr txBox="1"/>
            <p:nvPr/>
          </p:nvSpPr>
          <p:spPr>
            <a:xfrm>
              <a:off x="37338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3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B9E74B8-54B2-A045-8198-3D56C769AA33}"/>
                </a:ext>
              </a:extLst>
            </p:cNvPr>
            <p:cNvSpPr txBox="1"/>
            <p:nvPr/>
          </p:nvSpPr>
          <p:spPr>
            <a:xfrm>
              <a:off x="4953000" y="914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4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0A79BDB-3770-C24B-91B4-8A509212251C}"/>
                </a:ext>
              </a:extLst>
            </p:cNvPr>
            <p:cNvSpPr txBox="1"/>
            <p:nvPr/>
          </p:nvSpPr>
          <p:spPr>
            <a:xfrm rot="16200000">
              <a:off x="10631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DDBC820F-4618-4341-889B-5CF3B30D01B4}"/>
                </a:ext>
              </a:extLst>
            </p:cNvPr>
            <p:cNvSpPr txBox="1"/>
            <p:nvPr/>
          </p:nvSpPr>
          <p:spPr>
            <a:xfrm rot="16200000">
              <a:off x="12917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A12A7804-974E-E54E-8DD5-9BF7DBE1BE49}"/>
                </a:ext>
              </a:extLst>
            </p:cNvPr>
            <p:cNvSpPr txBox="1"/>
            <p:nvPr/>
          </p:nvSpPr>
          <p:spPr>
            <a:xfrm rot="16200000">
              <a:off x="15203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E147F166-FE88-2245-95A7-C7BA9E9062EA}"/>
                </a:ext>
              </a:extLst>
            </p:cNvPr>
            <p:cNvSpPr txBox="1"/>
            <p:nvPr/>
          </p:nvSpPr>
          <p:spPr>
            <a:xfrm rot="16200000">
              <a:off x="17489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0C31CE07-CE05-A948-AD43-1079BEFD1B75}"/>
                </a:ext>
              </a:extLst>
            </p:cNvPr>
            <p:cNvSpPr txBox="1"/>
            <p:nvPr/>
          </p:nvSpPr>
          <p:spPr>
            <a:xfrm rot="16200000">
              <a:off x="1977525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1324C13E-D774-6648-A19F-6367DCB09305}"/>
                </a:ext>
              </a:extLst>
            </p:cNvPr>
            <p:cNvSpPr txBox="1"/>
            <p:nvPr/>
          </p:nvSpPr>
          <p:spPr>
            <a:xfrm rot="16200000">
              <a:off x="22823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5B8DB00B-FF51-304A-8171-A855239E32BA}"/>
                </a:ext>
              </a:extLst>
            </p:cNvPr>
            <p:cNvSpPr txBox="1"/>
            <p:nvPr/>
          </p:nvSpPr>
          <p:spPr>
            <a:xfrm rot="16200000">
              <a:off x="25109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471EC519-8530-1748-98E6-A1203294988A}"/>
                </a:ext>
              </a:extLst>
            </p:cNvPr>
            <p:cNvSpPr txBox="1"/>
            <p:nvPr/>
          </p:nvSpPr>
          <p:spPr>
            <a:xfrm rot="16200000">
              <a:off x="27395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2AB5C06-A685-EC4E-9EA9-A96C5681FB67}"/>
                </a:ext>
              </a:extLst>
            </p:cNvPr>
            <p:cNvSpPr txBox="1"/>
            <p:nvPr/>
          </p:nvSpPr>
          <p:spPr>
            <a:xfrm rot="16200000">
              <a:off x="2968126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648E13E7-AE15-7C44-8E93-025149D85BD0}"/>
                </a:ext>
              </a:extLst>
            </p:cNvPr>
            <p:cNvSpPr txBox="1"/>
            <p:nvPr/>
          </p:nvSpPr>
          <p:spPr>
            <a:xfrm rot="16200000">
              <a:off x="3196725" y="4499476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D1CD35A-C32F-424A-B6AF-264355944B60}"/>
                </a:ext>
              </a:extLst>
            </p:cNvPr>
            <p:cNvSpPr txBox="1"/>
            <p:nvPr/>
          </p:nvSpPr>
          <p:spPr>
            <a:xfrm rot="16200000">
              <a:off x="35015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03DC7387-DD9A-794C-9068-C34A74E75CF2}"/>
                </a:ext>
              </a:extLst>
            </p:cNvPr>
            <p:cNvSpPr txBox="1"/>
            <p:nvPr/>
          </p:nvSpPr>
          <p:spPr>
            <a:xfrm rot="16200000">
              <a:off x="37301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26DA7E-E8E8-5744-88CE-B06CC578127A}"/>
                </a:ext>
              </a:extLst>
            </p:cNvPr>
            <p:cNvSpPr txBox="1"/>
            <p:nvPr/>
          </p:nvSpPr>
          <p:spPr>
            <a:xfrm rot="16200000">
              <a:off x="39587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69FE37B5-89B7-344C-8209-264F98CD6741}"/>
                </a:ext>
              </a:extLst>
            </p:cNvPr>
            <p:cNvSpPr txBox="1"/>
            <p:nvPr/>
          </p:nvSpPr>
          <p:spPr>
            <a:xfrm rot="16200000">
              <a:off x="4187326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7309E08B-FA55-474B-B087-5166EDED0A13}"/>
                </a:ext>
              </a:extLst>
            </p:cNvPr>
            <p:cNvSpPr txBox="1"/>
            <p:nvPr/>
          </p:nvSpPr>
          <p:spPr>
            <a:xfrm rot="16200000">
              <a:off x="4415925" y="4499474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7D2DD2D1-A7F7-F240-8043-26CEE791B4B3}"/>
                </a:ext>
              </a:extLst>
            </p:cNvPr>
            <p:cNvSpPr txBox="1"/>
            <p:nvPr/>
          </p:nvSpPr>
          <p:spPr>
            <a:xfrm rot="16200000">
              <a:off x="47207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1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8925CD9F-B8D8-4D40-AB8D-8BFA9897DDD3}"/>
                </a:ext>
              </a:extLst>
            </p:cNvPr>
            <p:cNvSpPr txBox="1"/>
            <p:nvPr/>
          </p:nvSpPr>
          <p:spPr>
            <a:xfrm rot="16200000">
              <a:off x="49493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2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D96D11CE-0AAE-394F-9CCC-206EB61DABD0}"/>
                </a:ext>
              </a:extLst>
            </p:cNvPr>
            <p:cNvSpPr txBox="1"/>
            <p:nvPr/>
          </p:nvSpPr>
          <p:spPr>
            <a:xfrm rot="16200000">
              <a:off x="51779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3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088A4922-8DA6-6049-B89A-CB29AC9CF578}"/>
                </a:ext>
              </a:extLst>
            </p:cNvPr>
            <p:cNvSpPr txBox="1"/>
            <p:nvPr/>
          </p:nvSpPr>
          <p:spPr>
            <a:xfrm rot="16200000">
              <a:off x="5406526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4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FA157E50-87B9-6045-BF1C-6AEE5F8B4752}"/>
                </a:ext>
              </a:extLst>
            </p:cNvPr>
            <p:cNvSpPr txBox="1"/>
            <p:nvPr/>
          </p:nvSpPr>
          <p:spPr>
            <a:xfrm rot="16200000">
              <a:off x="5635125" y="4499475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dirty="0"/>
                <a:t>Band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5633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0A9A5ED-3A8E-C341-981B-8AF145B614E2}"/>
              </a:ext>
            </a:extLst>
          </p:cNvPr>
          <p:cNvSpPr txBox="1"/>
          <p:nvPr/>
        </p:nvSpPr>
        <p:spPr>
          <a:xfrm>
            <a:off x="533400" y="533400"/>
            <a:ext cx="2193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Image: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bands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samples per row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7A20BE-ADED-2B44-9391-BC6F31ADB8D0}"/>
              </a:ext>
            </a:extLst>
          </p:cNvPr>
          <p:cNvGrpSpPr/>
          <p:nvPr/>
        </p:nvGrpSpPr>
        <p:grpSpPr>
          <a:xfrm>
            <a:off x="533400" y="2362200"/>
            <a:ext cx="5715000" cy="5093732"/>
            <a:chOff x="533400" y="533400"/>
            <a:chExt cx="5715000" cy="5093732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7C6900D-5D0C-CD45-8181-4D0EC6A94E89}"/>
                </a:ext>
              </a:extLst>
            </p:cNvPr>
            <p:cNvSpPr/>
            <p:nvPr/>
          </p:nvSpPr>
          <p:spPr>
            <a:xfrm>
              <a:off x="13716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255604DC-0724-0F47-A4D0-48900724B164}"/>
                </a:ext>
              </a:extLst>
            </p:cNvPr>
            <p:cNvSpPr/>
            <p:nvPr/>
          </p:nvSpPr>
          <p:spPr>
            <a:xfrm>
              <a:off x="23622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5AEC17-46DC-A94A-BAA4-021EC5AFD356}"/>
                </a:ext>
              </a:extLst>
            </p:cNvPr>
            <p:cNvSpPr/>
            <p:nvPr/>
          </p:nvSpPr>
          <p:spPr>
            <a:xfrm>
              <a:off x="35814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EB5280-5FBD-1143-B763-F176B9E20D64}"/>
                </a:ext>
              </a:extLst>
            </p:cNvPr>
            <p:cNvSpPr/>
            <p:nvPr/>
          </p:nvSpPr>
          <p:spPr>
            <a:xfrm>
              <a:off x="45720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8A07582-DCA8-9741-BA8B-4941C2FCCC72}"/>
                </a:ext>
              </a:extLst>
            </p:cNvPr>
            <p:cNvSpPr/>
            <p:nvPr/>
          </p:nvSpPr>
          <p:spPr>
            <a:xfrm>
              <a:off x="55626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23F9EC-E246-8340-9784-78DAC030315E}"/>
                </a:ext>
              </a:extLst>
            </p:cNvPr>
            <p:cNvSpPr/>
            <p:nvPr/>
          </p:nvSpPr>
          <p:spPr>
            <a:xfrm>
              <a:off x="16002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3A532E0-D398-3F4F-85D2-331A46DBDCAD}"/>
                </a:ext>
              </a:extLst>
            </p:cNvPr>
            <p:cNvSpPr/>
            <p:nvPr/>
          </p:nvSpPr>
          <p:spPr>
            <a:xfrm>
              <a:off x="25908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10FBCFA-9D03-B149-B0A7-C4740FD2D75D}"/>
                </a:ext>
              </a:extLst>
            </p:cNvPr>
            <p:cNvSpPr/>
            <p:nvPr/>
          </p:nvSpPr>
          <p:spPr>
            <a:xfrm>
              <a:off x="38100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16DE909-4499-6643-AA35-18C2B77B5DBA}"/>
                </a:ext>
              </a:extLst>
            </p:cNvPr>
            <p:cNvSpPr/>
            <p:nvPr/>
          </p:nvSpPr>
          <p:spPr>
            <a:xfrm>
              <a:off x="48006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FB3387-F278-2341-A160-6FF15F56241C}"/>
                </a:ext>
              </a:extLst>
            </p:cNvPr>
            <p:cNvSpPr/>
            <p:nvPr/>
          </p:nvSpPr>
          <p:spPr>
            <a:xfrm>
              <a:off x="57912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BC62883-BBD0-E140-B12C-DF9F50766B58}"/>
                </a:ext>
              </a:extLst>
            </p:cNvPr>
            <p:cNvSpPr/>
            <p:nvPr/>
          </p:nvSpPr>
          <p:spPr>
            <a:xfrm>
              <a:off x="18288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174CA8C-4EBC-1343-BA3C-6BB0A71DEFE9}"/>
                </a:ext>
              </a:extLst>
            </p:cNvPr>
            <p:cNvSpPr/>
            <p:nvPr/>
          </p:nvSpPr>
          <p:spPr>
            <a:xfrm>
              <a:off x="28194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8A6FA365-7524-C243-A863-D4BAE9264AD9}"/>
                </a:ext>
              </a:extLst>
            </p:cNvPr>
            <p:cNvSpPr/>
            <p:nvPr/>
          </p:nvSpPr>
          <p:spPr>
            <a:xfrm>
              <a:off x="33528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18BF7B6-238F-6441-A6F6-CA5FED8F55EC}"/>
                </a:ext>
              </a:extLst>
            </p:cNvPr>
            <p:cNvSpPr/>
            <p:nvPr/>
          </p:nvSpPr>
          <p:spPr>
            <a:xfrm>
              <a:off x="50292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E0FB9EC-5037-8243-A9B6-61B0E339D1FF}"/>
                </a:ext>
              </a:extLst>
            </p:cNvPr>
            <p:cNvSpPr/>
            <p:nvPr/>
          </p:nvSpPr>
          <p:spPr>
            <a:xfrm>
              <a:off x="53340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7364BBDF-F0DC-F74C-B6CE-378493302C2A}"/>
                </a:ext>
              </a:extLst>
            </p:cNvPr>
            <p:cNvSpPr/>
            <p:nvPr/>
          </p:nvSpPr>
          <p:spPr>
            <a:xfrm>
              <a:off x="2057400" y="1295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046588C-997B-1A49-A1CC-C9FF4444BD9F}"/>
                </a:ext>
              </a:extLst>
            </p:cNvPr>
            <p:cNvSpPr/>
            <p:nvPr/>
          </p:nvSpPr>
          <p:spPr>
            <a:xfrm>
              <a:off x="3048000" y="129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D62112D-37EC-E94D-A8B0-B39322B74334}"/>
                </a:ext>
              </a:extLst>
            </p:cNvPr>
            <p:cNvSpPr/>
            <p:nvPr/>
          </p:nvSpPr>
          <p:spPr>
            <a:xfrm>
              <a:off x="4038600" y="1295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663FBA4-A657-A640-B804-61DF7A989E7A}"/>
                </a:ext>
              </a:extLst>
            </p:cNvPr>
            <p:cNvSpPr/>
            <p:nvPr/>
          </p:nvSpPr>
          <p:spPr>
            <a:xfrm>
              <a:off x="4343400" y="129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CD8EE6-D7B7-2E45-B6D1-BB14BEB05B41}"/>
                </a:ext>
              </a:extLst>
            </p:cNvPr>
            <p:cNvSpPr/>
            <p:nvPr/>
          </p:nvSpPr>
          <p:spPr>
            <a:xfrm>
              <a:off x="6019800" y="1295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DA79FC0-4D59-504F-AB0D-3FF7AEB48D9F}"/>
                </a:ext>
              </a:extLst>
            </p:cNvPr>
            <p:cNvSpPr/>
            <p:nvPr/>
          </p:nvSpPr>
          <p:spPr>
            <a:xfrm>
              <a:off x="13716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5EC2F6-09EA-8C4E-A324-6777C7B99EB4}"/>
                </a:ext>
              </a:extLst>
            </p:cNvPr>
            <p:cNvSpPr/>
            <p:nvPr/>
          </p:nvSpPr>
          <p:spPr>
            <a:xfrm>
              <a:off x="23622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812C1FB7-CB37-7D42-8E1F-A4201EB8329F}"/>
                </a:ext>
              </a:extLst>
            </p:cNvPr>
            <p:cNvSpPr/>
            <p:nvPr/>
          </p:nvSpPr>
          <p:spPr>
            <a:xfrm>
              <a:off x="35814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2560009F-6935-BF49-9F29-E4070B233776}"/>
                </a:ext>
              </a:extLst>
            </p:cNvPr>
            <p:cNvSpPr/>
            <p:nvPr/>
          </p:nvSpPr>
          <p:spPr>
            <a:xfrm>
              <a:off x="45720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2161097-07AE-CB45-B1A9-8694FB870C77}"/>
                </a:ext>
              </a:extLst>
            </p:cNvPr>
            <p:cNvSpPr/>
            <p:nvPr/>
          </p:nvSpPr>
          <p:spPr>
            <a:xfrm>
              <a:off x="55626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B0E9104-00FF-7C42-8BCF-4E2FB9FB9F89}"/>
                </a:ext>
              </a:extLst>
            </p:cNvPr>
            <p:cNvSpPr/>
            <p:nvPr/>
          </p:nvSpPr>
          <p:spPr>
            <a:xfrm>
              <a:off x="16002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32182B9-8B26-684C-9A52-2BBA35BDAFB6}"/>
                </a:ext>
              </a:extLst>
            </p:cNvPr>
            <p:cNvSpPr/>
            <p:nvPr/>
          </p:nvSpPr>
          <p:spPr>
            <a:xfrm>
              <a:off x="25908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ED42E21-0DF8-AF44-8136-EB442E1451CD}"/>
                </a:ext>
              </a:extLst>
            </p:cNvPr>
            <p:cNvSpPr/>
            <p:nvPr/>
          </p:nvSpPr>
          <p:spPr>
            <a:xfrm>
              <a:off x="38100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5ED0508A-5808-BB4D-B7BD-BB53B459F4AB}"/>
                </a:ext>
              </a:extLst>
            </p:cNvPr>
            <p:cNvSpPr/>
            <p:nvPr/>
          </p:nvSpPr>
          <p:spPr>
            <a:xfrm>
              <a:off x="48006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BD1A6D7-B42A-434E-941B-5484AF66DA11}"/>
                </a:ext>
              </a:extLst>
            </p:cNvPr>
            <p:cNvSpPr/>
            <p:nvPr/>
          </p:nvSpPr>
          <p:spPr>
            <a:xfrm>
              <a:off x="57912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4FFB3FE0-0135-5143-A5B1-830F52E31559}"/>
                </a:ext>
              </a:extLst>
            </p:cNvPr>
            <p:cNvSpPr/>
            <p:nvPr/>
          </p:nvSpPr>
          <p:spPr>
            <a:xfrm>
              <a:off x="18288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6CFC2898-25C0-AC4F-AD71-604CC8B70C44}"/>
                </a:ext>
              </a:extLst>
            </p:cNvPr>
            <p:cNvSpPr/>
            <p:nvPr/>
          </p:nvSpPr>
          <p:spPr>
            <a:xfrm>
              <a:off x="28194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107803D3-D8B4-5448-A7BD-03665480249B}"/>
                </a:ext>
              </a:extLst>
            </p:cNvPr>
            <p:cNvSpPr/>
            <p:nvPr/>
          </p:nvSpPr>
          <p:spPr>
            <a:xfrm>
              <a:off x="33528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389C2A7F-F378-4E45-B203-0A230DD3E8E4}"/>
                </a:ext>
              </a:extLst>
            </p:cNvPr>
            <p:cNvSpPr/>
            <p:nvPr/>
          </p:nvSpPr>
          <p:spPr>
            <a:xfrm>
              <a:off x="50292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FA3B04E-86DA-954D-963B-5B379359FF4B}"/>
                </a:ext>
              </a:extLst>
            </p:cNvPr>
            <p:cNvSpPr/>
            <p:nvPr/>
          </p:nvSpPr>
          <p:spPr>
            <a:xfrm>
              <a:off x="53340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8C2E0058-2FE4-A64F-830C-40BDC1758DA3}"/>
                </a:ext>
              </a:extLst>
            </p:cNvPr>
            <p:cNvSpPr/>
            <p:nvPr/>
          </p:nvSpPr>
          <p:spPr>
            <a:xfrm>
              <a:off x="20574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F706E480-DB95-624C-B4BD-6D1D74E4E972}"/>
                </a:ext>
              </a:extLst>
            </p:cNvPr>
            <p:cNvSpPr/>
            <p:nvPr/>
          </p:nvSpPr>
          <p:spPr>
            <a:xfrm>
              <a:off x="3048000" y="1600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E307DE92-E58C-494C-9429-63FEADADC9BB}"/>
                </a:ext>
              </a:extLst>
            </p:cNvPr>
            <p:cNvSpPr/>
            <p:nvPr/>
          </p:nvSpPr>
          <p:spPr>
            <a:xfrm>
              <a:off x="40386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8BA19C1A-A458-7B4B-8347-88AAC4E84EA6}"/>
                </a:ext>
              </a:extLst>
            </p:cNvPr>
            <p:cNvSpPr/>
            <p:nvPr/>
          </p:nvSpPr>
          <p:spPr>
            <a:xfrm>
              <a:off x="4343400" y="1600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A78393C-5A98-B14E-ADFD-6B5E88BC4D81}"/>
                </a:ext>
              </a:extLst>
            </p:cNvPr>
            <p:cNvSpPr/>
            <p:nvPr/>
          </p:nvSpPr>
          <p:spPr>
            <a:xfrm>
              <a:off x="60198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0DA774-89DF-B74A-BFA2-9CDD578A6436}"/>
                </a:ext>
              </a:extLst>
            </p:cNvPr>
            <p:cNvSpPr/>
            <p:nvPr/>
          </p:nvSpPr>
          <p:spPr>
            <a:xfrm>
              <a:off x="13716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81808F4C-2C94-6C4E-A9C4-1C33134FE022}"/>
                </a:ext>
              </a:extLst>
            </p:cNvPr>
            <p:cNvSpPr/>
            <p:nvPr/>
          </p:nvSpPr>
          <p:spPr>
            <a:xfrm>
              <a:off x="23622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617B73FE-27CE-8F49-AB3B-41A3B371ADA1}"/>
                </a:ext>
              </a:extLst>
            </p:cNvPr>
            <p:cNvSpPr/>
            <p:nvPr/>
          </p:nvSpPr>
          <p:spPr>
            <a:xfrm>
              <a:off x="35814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F70252A-A4E9-C94F-9C79-ADDCF285F810}"/>
                </a:ext>
              </a:extLst>
            </p:cNvPr>
            <p:cNvSpPr/>
            <p:nvPr/>
          </p:nvSpPr>
          <p:spPr>
            <a:xfrm>
              <a:off x="45720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73D23BA4-8D71-B743-9253-28D91BB60662}"/>
                </a:ext>
              </a:extLst>
            </p:cNvPr>
            <p:cNvSpPr/>
            <p:nvPr/>
          </p:nvSpPr>
          <p:spPr>
            <a:xfrm>
              <a:off x="55626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F7028947-6A9B-A841-891F-CC0326A97C5A}"/>
                </a:ext>
              </a:extLst>
            </p:cNvPr>
            <p:cNvSpPr/>
            <p:nvPr/>
          </p:nvSpPr>
          <p:spPr>
            <a:xfrm>
              <a:off x="16002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E5F007B-C022-6248-BBEB-50750E4091E5}"/>
                </a:ext>
              </a:extLst>
            </p:cNvPr>
            <p:cNvSpPr/>
            <p:nvPr/>
          </p:nvSpPr>
          <p:spPr>
            <a:xfrm>
              <a:off x="25908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5B69CAE4-49CF-084E-98E6-A1BEFA8ACAF0}"/>
                </a:ext>
              </a:extLst>
            </p:cNvPr>
            <p:cNvSpPr/>
            <p:nvPr/>
          </p:nvSpPr>
          <p:spPr>
            <a:xfrm>
              <a:off x="38100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8E07A528-5AC6-9B43-B449-71C151A60BB7}"/>
                </a:ext>
              </a:extLst>
            </p:cNvPr>
            <p:cNvSpPr/>
            <p:nvPr/>
          </p:nvSpPr>
          <p:spPr>
            <a:xfrm>
              <a:off x="48006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12C6F8D8-4A6E-8147-8F36-AE182BAC4163}"/>
                </a:ext>
              </a:extLst>
            </p:cNvPr>
            <p:cNvSpPr/>
            <p:nvPr/>
          </p:nvSpPr>
          <p:spPr>
            <a:xfrm>
              <a:off x="57912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957D961F-1522-364E-9797-C6F0EE2C2AC7}"/>
                </a:ext>
              </a:extLst>
            </p:cNvPr>
            <p:cNvSpPr/>
            <p:nvPr/>
          </p:nvSpPr>
          <p:spPr>
            <a:xfrm>
              <a:off x="18288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0B333FE-1CF8-4E4C-9458-46410556C786}"/>
                </a:ext>
              </a:extLst>
            </p:cNvPr>
            <p:cNvSpPr/>
            <p:nvPr/>
          </p:nvSpPr>
          <p:spPr>
            <a:xfrm>
              <a:off x="28194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22B2AA71-620B-C34D-8054-2F7FFD8152E2}"/>
                </a:ext>
              </a:extLst>
            </p:cNvPr>
            <p:cNvSpPr/>
            <p:nvPr/>
          </p:nvSpPr>
          <p:spPr>
            <a:xfrm>
              <a:off x="33528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E1362D8F-FEAD-A344-AA03-DF00D3EB2137}"/>
                </a:ext>
              </a:extLst>
            </p:cNvPr>
            <p:cNvSpPr/>
            <p:nvPr/>
          </p:nvSpPr>
          <p:spPr>
            <a:xfrm>
              <a:off x="50292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51169291-0C9B-BD41-BE56-06330FDC8F0C}"/>
                </a:ext>
              </a:extLst>
            </p:cNvPr>
            <p:cNvSpPr/>
            <p:nvPr/>
          </p:nvSpPr>
          <p:spPr>
            <a:xfrm>
              <a:off x="53340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007D8A6-188A-DD46-B585-0651ACDF7CDC}"/>
                </a:ext>
              </a:extLst>
            </p:cNvPr>
            <p:cNvSpPr/>
            <p:nvPr/>
          </p:nvSpPr>
          <p:spPr>
            <a:xfrm>
              <a:off x="2057400" y="1905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9F2E2F0-1998-8748-9056-37003328D04D}"/>
                </a:ext>
              </a:extLst>
            </p:cNvPr>
            <p:cNvSpPr/>
            <p:nvPr/>
          </p:nvSpPr>
          <p:spPr>
            <a:xfrm>
              <a:off x="3048000" y="1905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8D7A5198-F2E5-EC47-86A5-318B59D94256}"/>
                </a:ext>
              </a:extLst>
            </p:cNvPr>
            <p:cNvSpPr/>
            <p:nvPr/>
          </p:nvSpPr>
          <p:spPr>
            <a:xfrm>
              <a:off x="4038600" y="1905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65ABB143-5257-B54A-9E90-D3ADD52F699A}"/>
                </a:ext>
              </a:extLst>
            </p:cNvPr>
            <p:cNvSpPr/>
            <p:nvPr/>
          </p:nvSpPr>
          <p:spPr>
            <a:xfrm>
              <a:off x="4343400" y="1905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3A3B5739-FF84-9740-9166-6D4B0304899A}"/>
                </a:ext>
              </a:extLst>
            </p:cNvPr>
            <p:cNvSpPr/>
            <p:nvPr/>
          </p:nvSpPr>
          <p:spPr>
            <a:xfrm>
              <a:off x="6019800" y="1905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E633A44D-2BB4-B74B-B399-9B1AD66F5559}"/>
                </a:ext>
              </a:extLst>
            </p:cNvPr>
            <p:cNvSpPr/>
            <p:nvPr/>
          </p:nvSpPr>
          <p:spPr>
            <a:xfrm>
              <a:off x="13716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14CA67A-8CA5-CF4D-92FE-098E5333EA01}"/>
                </a:ext>
              </a:extLst>
            </p:cNvPr>
            <p:cNvSpPr/>
            <p:nvPr/>
          </p:nvSpPr>
          <p:spPr>
            <a:xfrm>
              <a:off x="23622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8195C904-7026-F143-85C4-F0CB378C82F4}"/>
                </a:ext>
              </a:extLst>
            </p:cNvPr>
            <p:cNvSpPr/>
            <p:nvPr/>
          </p:nvSpPr>
          <p:spPr>
            <a:xfrm>
              <a:off x="35814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77AB74E-966D-1849-9213-EE9F315BE26B}"/>
                </a:ext>
              </a:extLst>
            </p:cNvPr>
            <p:cNvSpPr/>
            <p:nvPr/>
          </p:nvSpPr>
          <p:spPr>
            <a:xfrm>
              <a:off x="45720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582F0653-6088-0A45-8D5C-F90377CBC4AC}"/>
                </a:ext>
              </a:extLst>
            </p:cNvPr>
            <p:cNvSpPr/>
            <p:nvPr/>
          </p:nvSpPr>
          <p:spPr>
            <a:xfrm>
              <a:off x="55626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0F9DA289-2822-A14F-82DD-D956A0F2EC63}"/>
                </a:ext>
              </a:extLst>
            </p:cNvPr>
            <p:cNvSpPr/>
            <p:nvPr/>
          </p:nvSpPr>
          <p:spPr>
            <a:xfrm>
              <a:off x="16002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B73EF772-0D80-B84E-92AA-048BE41CDBED}"/>
                </a:ext>
              </a:extLst>
            </p:cNvPr>
            <p:cNvSpPr/>
            <p:nvPr/>
          </p:nvSpPr>
          <p:spPr>
            <a:xfrm>
              <a:off x="25908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7FEFF4A-5E3E-2A49-BB4E-22F87E5FDBFD}"/>
                </a:ext>
              </a:extLst>
            </p:cNvPr>
            <p:cNvSpPr/>
            <p:nvPr/>
          </p:nvSpPr>
          <p:spPr>
            <a:xfrm>
              <a:off x="38100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317030F-70D2-1944-8268-37899A22A977}"/>
                </a:ext>
              </a:extLst>
            </p:cNvPr>
            <p:cNvSpPr/>
            <p:nvPr/>
          </p:nvSpPr>
          <p:spPr>
            <a:xfrm>
              <a:off x="48006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663BAAAD-4E34-DC47-9179-84278306C12D}"/>
                </a:ext>
              </a:extLst>
            </p:cNvPr>
            <p:cNvSpPr/>
            <p:nvPr/>
          </p:nvSpPr>
          <p:spPr>
            <a:xfrm>
              <a:off x="57912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1466F449-1E30-F84B-8600-7A0DB05F669E}"/>
                </a:ext>
              </a:extLst>
            </p:cNvPr>
            <p:cNvSpPr/>
            <p:nvPr/>
          </p:nvSpPr>
          <p:spPr>
            <a:xfrm>
              <a:off x="18288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7F77936E-0A01-184B-9D40-5751000B3779}"/>
                </a:ext>
              </a:extLst>
            </p:cNvPr>
            <p:cNvSpPr/>
            <p:nvPr/>
          </p:nvSpPr>
          <p:spPr>
            <a:xfrm>
              <a:off x="28194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D2E6A61-A3BD-314F-BCE8-8D8B8F4E0C8A}"/>
                </a:ext>
              </a:extLst>
            </p:cNvPr>
            <p:cNvSpPr/>
            <p:nvPr/>
          </p:nvSpPr>
          <p:spPr>
            <a:xfrm>
              <a:off x="33528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51E78DDF-DC8D-E044-AEC1-CB0432C8DBA5}"/>
                </a:ext>
              </a:extLst>
            </p:cNvPr>
            <p:cNvSpPr/>
            <p:nvPr/>
          </p:nvSpPr>
          <p:spPr>
            <a:xfrm>
              <a:off x="50292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3A967686-42D4-CD44-B488-64688D938A65}"/>
                </a:ext>
              </a:extLst>
            </p:cNvPr>
            <p:cNvSpPr/>
            <p:nvPr/>
          </p:nvSpPr>
          <p:spPr>
            <a:xfrm>
              <a:off x="53340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A5B3AF0-2509-5042-9BE9-7D7E5769A497}"/>
                </a:ext>
              </a:extLst>
            </p:cNvPr>
            <p:cNvSpPr/>
            <p:nvPr/>
          </p:nvSpPr>
          <p:spPr>
            <a:xfrm>
              <a:off x="2057400" y="2209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C396FC69-84C7-5947-8EDE-6432E32CFFA9}"/>
                </a:ext>
              </a:extLst>
            </p:cNvPr>
            <p:cNvSpPr/>
            <p:nvPr/>
          </p:nvSpPr>
          <p:spPr>
            <a:xfrm>
              <a:off x="3048000" y="2209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94F623BA-C00A-394D-B8FD-F8FD324601E9}"/>
                </a:ext>
              </a:extLst>
            </p:cNvPr>
            <p:cNvSpPr/>
            <p:nvPr/>
          </p:nvSpPr>
          <p:spPr>
            <a:xfrm>
              <a:off x="4038600" y="2209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1814B662-FD61-BE4B-B5D6-2CA8103A9F8A}"/>
                </a:ext>
              </a:extLst>
            </p:cNvPr>
            <p:cNvSpPr/>
            <p:nvPr/>
          </p:nvSpPr>
          <p:spPr>
            <a:xfrm>
              <a:off x="4343400" y="2209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925FE0C3-0174-404F-BF04-110D2C52D5CB}"/>
                </a:ext>
              </a:extLst>
            </p:cNvPr>
            <p:cNvSpPr/>
            <p:nvPr/>
          </p:nvSpPr>
          <p:spPr>
            <a:xfrm>
              <a:off x="6019800" y="2209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858F077F-8CC8-6042-B91F-587F4FA9083D}"/>
                </a:ext>
              </a:extLst>
            </p:cNvPr>
            <p:cNvSpPr/>
            <p:nvPr/>
          </p:nvSpPr>
          <p:spPr>
            <a:xfrm>
              <a:off x="13716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8EFB2114-649D-AE42-8DCE-CA967C1396E1}"/>
                </a:ext>
              </a:extLst>
            </p:cNvPr>
            <p:cNvSpPr/>
            <p:nvPr/>
          </p:nvSpPr>
          <p:spPr>
            <a:xfrm>
              <a:off x="23622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F318258-0AD3-D14C-BDFE-45A84AA70B12}"/>
                </a:ext>
              </a:extLst>
            </p:cNvPr>
            <p:cNvSpPr/>
            <p:nvPr/>
          </p:nvSpPr>
          <p:spPr>
            <a:xfrm>
              <a:off x="35814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357373E9-A18D-494E-941C-70A4B27F53AC}"/>
                </a:ext>
              </a:extLst>
            </p:cNvPr>
            <p:cNvSpPr/>
            <p:nvPr/>
          </p:nvSpPr>
          <p:spPr>
            <a:xfrm>
              <a:off x="45720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34D0D8A-67CA-C249-8205-878CAC4F40AD}"/>
                </a:ext>
              </a:extLst>
            </p:cNvPr>
            <p:cNvSpPr/>
            <p:nvPr/>
          </p:nvSpPr>
          <p:spPr>
            <a:xfrm>
              <a:off x="55626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DC2EE6E2-0A7F-1043-80CD-64D7F33E36CB}"/>
                </a:ext>
              </a:extLst>
            </p:cNvPr>
            <p:cNvSpPr/>
            <p:nvPr/>
          </p:nvSpPr>
          <p:spPr>
            <a:xfrm>
              <a:off x="16002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30A64A0-0A0F-D944-8387-5C93A7C89301}"/>
                </a:ext>
              </a:extLst>
            </p:cNvPr>
            <p:cNvSpPr/>
            <p:nvPr/>
          </p:nvSpPr>
          <p:spPr>
            <a:xfrm>
              <a:off x="25908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B912DE63-8105-FB4D-A9A4-91BF865A81D6}"/>
                </a:ext>
              </a:extLst>
            </p:cNvPr>
            <p:cNvSpPr/>
            <p:nvPr/>
          </p:nvSpPr>
          <p:spPr>
            <a:xfrm>
              <a:off x="38100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D418C47C-87D5-5E4D-901A-EB25CBE71AE9}"/>
                </a:ext>
              </a:extLst>
            </p:cNvPr>
            <p:cNvSpPr/>
            <p:nvPr/>
          </p:nvSpPr>
          <p:spPr>
            <a:xfrm>
              <a:off x="48006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DB8D2B41-6A94-E541-A790-06B13ECB2F39}"/>
                </a:ext>
              </a:extLst>
            </p:cNvPr>
            <p:cNvSpPr/>
            <p:nvPr/>
          </p:nvSpPr>
          <p:spPr>
            <a:xfrm>
              <a:off x="57912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49021C7-B815-4C43-A664-DF44AABEF031}"/>
                </a:ext>
              </a:extLst>
            </p:cNvPr>
            <p:cNvSpPr/>
            <p:nvPr/>
          </p:nvSpPr>
          <p:spPr>
            <a:xfrm>
              <a:off x="18288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DFBACF6B-4927-9D43-A310-F0A5EE87E485}"/>
                </a:ext>
              </a:extLst>
            </p:cNvPr>
            <p:cNvSpPr/>
            <p:nvPr/>
          </p:nvSpPr>
          <p:spPr>
            <a:xfrm>
              <a:off x="28194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AC6DE567-696D-7440-856F-4351EBED236F}"/>
                </a:ext>
              </a:extLst>
            </p:cNvPr>
            <p:cNvSpPr/>
            <p:nvPr/>
          </p:nvSpPr>
          <p:spPr>
            <a:xfrm>
              <a:off x="33528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8819475-0A57-194C-9F60-9E7DC0219837}"/>
                </a:ext>
              </a:extLst>
            </p:cNvPr>
            <p:cNvSpPr/>
            <p:nvPr/>
          </p:nvSpPr>
          <p:spPr>
            <a:xfrm>
              <a:off x="50292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FC2AB04-411F-5844-BD60-6B9F60B47249}"/>
                </a:ext>
              </a:extLst>
            </p:cNvPr>
            <p:cNvSpPr/>
            <p:nvPr/>
          </p:nvSpPr>
          <p:spPr>
            <a:xfrm>
              <a:off x="53340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1F20431-4840-1242-BCD1-3626B5C92409}"/>
                </a:ext>
              </a:extLst>
            </p:cNvPr>
            <p:cNvSpPr/>
            <p:nvPr/>
          </p:nvSpPr>
          <p:spPr>
            <a:xfrm>
              <a:off x="20574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25E0CF93-2D23-994B-A95A-8761BCD1589F}"/>
                </a:ext>
              </a:extLst>
            </p:cNvPr>
            <p:cNvSpPr/>
            <p:nvPr/>
          </p:nvSpPr>
          <p:spPr>
            <a:xfrm>
              <a:off x="3048000" y="2514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728247E-9968-DF43-8638-65EC722F01D2}"/>
                </a:ext>
              </a:extLst>
            </p:cNvPr>
            <p:cNvSpPr/>
            <p:nvPr/>
          </p:nvSpPr>
          <p:spPr>
            <a:xfrm>
              <a:off x="40386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7379728E-80D7-9146-AF26-527741E3079A}"/>
                </a:ext>
              </a:extLst>
            </p:cNvPr>
            <p:cNvSpPr/>
            <p:nvPr/>
          </p:nvSpPr>
          <p:spPr>
            <a:xfrm>
              <a:off x="4343400" y="2514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88668CAB-3C75-3F4A-AC3B-CDD6755C4530}"/>
                </a:ext>
              </a:extLst>
            </p:cNvPr>
            <p:cNvSpPr/>
            <p:nvPr/>
          </p:nvSpPr>
          <p:spPr>
            <a:xfrm>
              <a:off x="60198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C951450-5BD1-7B4F-A02E-86C2F188F88D}"/>
                </a:ext>
              </a:extLst>
            </p:cNvPr>
            <p:cNvSpPr/>
            <p:nvPr/>
          </p:nvSpPr>
          <p:spPr>
            <a:xfrm>
              <a:off x="13716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ADE80BCA-5D8E-B349-B82C-429FADA6EED1}"/>
                </a:ext>
              </a:extLst>
            </p:cNvPr>
            <p:cNvSpPr/>
            <p:nvPr/>
          </p:nvSpPr>
          <p:spPr>
            <a:xfrm>
              <a:off x="23622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EC3D0D3F-DE68-6F4F-B393-C3843EC705F7}"/>
                </a:ext>
              </a:extLst>
            </p:cNvPr>
            <p:cNvSpPr/>
            <p:nvPr/>
          </p:nvSpPr>
          <p:spPr>
            <a:xfrm>
              <a:off x="35814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E0E62E2A-071E-7A4D-B5FE-806E4E267D66}"/>
                </a:ext>
              </a:extLst>
            </p:cNvPr>
            <p:cNvSpPr/>
            <p:nvPr/>
          </p:nvSpPr>
          <p:spPr>
            <a:xfrm>
              <a:off x="45720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960D1FAC-3D11-AE42-9795-7BD62EF2AB50}"/>
                </a:ext>
              </a:extLst>
            </p:cNvPr>
            <p:cNvSpPr/>
            <p:nvPr/>
          </p:nvSpPr>
          <p:spPr>
            <a:xfrm>
              <a:off x="55626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142C50C1-1DFF-044D-A6F9-D38FC8A78754}"/>
                </a:ext>
              </a:extLst>
            </p:cNvPr>
            <p:cNvSpPr/>
            <p:nvPr/>
          </p:nvSpPr>
          <p:spPr>
            <a:xfrm>
              <a:off x="16002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E8F09942-A760-0840-8B5A-658F2DBD7077}"/>
                </a:ext>
              </a:extLst>
            </p:cNvPr>
            <p:cNvSpPr/>
            <p:nvPr/>
          </p:nvSpPr>
          <p:spPr>
            <a:xfrm>
              <a:off x="25908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F2182A07-E921-3D48-9393-22154BE8E6EA}"/>
                </a:ext>
              </a:extLst>
            </p:cNvPr>
            <p:cNvSpPr/>
            <p:nvPr/>
          </p:nvSpPr>
          <p:spPr>
            <a:xfrm>
              <a:off x="38100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4973F24B-C525-0543-980A-D3491C2A2628}"/>
                </a:ext>
              </a:extLst>
            </p:cNvPr>
            <p:cNvSpPr/>
            <p:nvPr/>
          </p:nvSpPr>
          <p:spPr>
            <a:xfrm>
              <a:off x="48006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3438AE25-FD1C-F64B-BA1A-DD7FDC4A8428}"/>
                </a:ext>
              </a:extLst>
            </p:cNvPr>
            <p:cNvSpPr/>
            <p:nvPr/>
          </p:nvSpPr>
          <p:spPr>
            <a:xfrm>
              <a:off x="57912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49084DDE-CCA0-434C-BC49-93E9E950F547}"/>
                </a:ext>
              </a:extLst>
            </p:cNvPr>
            <p:cNvSpPr/>
            <p:nvPr/>
          </p:nvSpPr>
          <p:spPr>
            <a:xfrm>
              <a:off x="18288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226F122-EF17-2844-909E-F7867DC431AA}"/>
                </a:ext>
              </a:extLst>
            </p:cNvPr>
            <p:cNvSpPr/>
            <p:nvPr/>
          </p:nvSpPr>
          <p:spPr>
            <a:xfrm>
              <a:off x="28194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A74D737-FD1F-BC4F-8CAB-1C379D512F1C}"/>
                </a:ext>
              </a:extLst>
            </p:cNvPr>
            <p:cNvSpPr/>
            <p:nvPr/>
          </p:nvSpPr>
          <p:spPr>
            <a:xfrm>
              <a:off x="33528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7CC16397-8FCC-5842-855A-F5D9C6528CD9}"/>
                </a:ext>
              </a:extLst>
            </p:cNvPr>
            <p:cNvSpPr/>
            <p:nvPr/>
          </p:nvSpPr>
          <p:spPr>
            <a:xfrm>
              <a:off x="50292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A8EFB24-D698-794B-8A6A-0B249E199300}"/>
                </a:ext>
              </a:extLst>
            </p:cNvPr>
            <p:cNvSpPr/>
            <p:nvPr/>
          </p:nvSpPr>
          <p:spPr>
            <a:xfrm>
              <a:off x="53340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EBF77611-8CFC-F349-B58F-3383BDA5E890}"/>
                </a:ext>
              </a:extLst>
            </p:cNvPr>
            <p:cNvSpPr/>
            <p:nvPr/>
          </p:nvSpPr>
          <p:spPr>
            <a:xfrm>
              <a:off x="2057400" y="2819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7B288EB6-2057-EA4C-A7BD-87A5AB594206}"/>
                </a:ext>
              </a:extLst>
            </p:cNvPr>
            <p:cNvSpPr/>
            <p:nvPr/>
          </p:nvSpPr>
          <p:spPr>
            <a:xfrm>
              <a:off x="3048000" y="2819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D56F4BA7-82B0-0549-B164-04AAB00B7606}"/>
                </a:ext>
              </a:extLst>
            </p:cNvPr>
            <p:cNvSpPr/>
            <p:nvPr/>
          </p:nvSpPr>
          <p:spPr>
            <a:xfrm>
              <a:off x="4038600" y="2819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72B98C3A-5F0E-074D-932F-CE33D10CC456}"/>
                </a:ext>
              </a:extLst>
            </p:cNvPr>
            <p:cNvSpPr/>
            <p:nvPr/>
          </p:nvSpPr>
          <p:spPr>
            <a:xfrm>
              <a:off x="4343400" y="2819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31FCF736-0807-A448-9FC2-39C94B344CE2}"/>
                </a:ext>
              </a:extLst>
            </p:cNvPr>
            <p:cNvSpPr/>
            <p:nvPr/>
          </p:nvSpPr>
          <p:spPr>
            <a:xfrm>
              <a:off x="6019800" y="2819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0FE4E39C-420E-2B4B-A184-E02EC17EF928}"/>
                </a:ext>
              </a:extLst>
            </p:cNvPr>
            <p:cNvSpPr/>
            <p:nvPr/>
          </p:nvSpPr>
          <p:spPr>
            <a:xfrm>
              <a:off x="13716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FB89997-AEC1-AB46-A157-0A962E58F6A5}"/>
                </a:ext>
              </a:extLst>
            </p:cNvPr>
            <p:cNvSpPr/>
            <p:nvPr/>
          </p:nvSpPr>
          <p:spPr>
            <a:xfrm>
              <a:off x="23622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68D32181-623D-894E-8A0C-398FCAD04743}"/>
                </a:ext>
              </a:extLst>
            </p:cNvPr>
            <p:cNvSpPr/>
            <p:nvPr/>
          </p:nvSpPr>
          <p:spPr>
            <a:xfrm>
              <a:off x="35814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B04E2C6B-7D63-EB4B-96FE-6FBAF01F1ECA}"/>
                </a:ext>
              </a:extLst>
            </p:cNvPr>
            <p:cNvSpPr/>
            <p:nvPr/>
          </p:nvSpPr>
          <p:spPr>
            <a:xfrm>
              <a:off x="45720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AE728973-07DC-F845-8375-383BFF0ABDE7}"/>
                </a:ext>
              </a:extLst>
            </p:cNvPr>
            <p:cNvSpPr/>
            <p:nvPr/>
          </p:nvSpPr>
          <p:spPr>
            <a:xfrm>
              <a:off x="55626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0045B65C-1E9E-4E46-9B52-3B9A004EDC0A}"/>
                </a:ext>
              </a:extLst>
            </p:cNvPr>
            <p:cNvSpPr/>
            <p:nvPr/>
          </p:nvSpPr>
          <p:spPr>
            <a:xfrm>
              <a:off x="16002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FCD3E676-7A71-2A43-9D92-F0D06D06162F}"/>
                </a:ext>
              </a:extLst>
            </p:cNvPr>
            <p:cNvSpPr/>
            <p:nvPr/>
          </p:nvSpPr>
          <p:spPr>
            <a:xfrm>
              <a:off x="25908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69A07C3D-A9D8-4843-8464-019B4806288A}"/>
                </a:ext>
              </a:extLst>
            </p:cNvPr>
            <p:cNvSpPr/>
            <p:nvPr/>
          </p:nvSpPr>
          <p:spPr>
            <a:xfrm>
              <a:off x="38100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2CF358C-7204-C743-A885-0272CED93EA1}"/>
                </a:ext>
              </a:extLst>
            </p:cNvPr>
            <p:cNvSpPr/>
            <p:nvPr/>
          </p:nvSpPr>
          <p:spPr>
            <a:xfrm>
              <a:off x="48006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EEA677C-6E53-5145-8D7E-BC142B041A67}"/>
                </a:ext>
              </a:extLst>
            </p:cNvPr>
            <p:cNvSpPr/>
            <p:nvPr/>
          </p:nvSpPr>
          <p:spPr>
            <a:xfrm>
              <a:off x="57912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B3B2B51B-2F1C-264F-9750-97E97A71906F}"/>
                </a:ext>
              </a:extLst>
            </p:cNvPr>
            <p:cNvSpPr/>
            <p:nvPr/>
          </p:nvSpPr>
          <p:spPr>
            <a:xfrm>
              <a:off x="18288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DA6A4C52-C39B-CA47-B036-CC142C44EF22}"/>
                </a:ext>
              </a:extLst>
            </p:cNvPr>
            <p:cNvSpPr/>
            <p:nvPr/>
          </p:nvSpPr>
          <p:spPr>
            <a:xfrm>
              <a:off x="28194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E8B17D68-9623-E742-88CF-FCE91949BB3A}"/>
                </a:ext>
              </a:extLst>
            </p:cNvPr>
            <p:cNvSpPr/>
            <p:nvPr/>
          </p:nvSpPr>
          <p:spPr>
            <a:xfrm>
              <a:off x="33528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0AE0E41B-ACEA-1B46-81CE-B41B91407163}"/>
                </a:ext>
              </a:extLst>
            </p:cNvPr>
            <p:cNvSpPr/>
            <p:nvPr/>
          </p:nvSpPr>
          <p:spPr>
            <a:xfrm>
              <a:off x="50292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122FDF29-5BDA-B745-BE40-E82A5A8AE018}"/>
                </a:ext>
              </a:extLst>
            </p:cNvPr>
            <p:cNvSpPr/>
            <p:nvPr/>
          </p:nvSpPr>
          <p:spPr>
            <a:xfrm>
              <a:off x="53340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CBA4FD4B-A1A1-764A-984F-C2189A030766}"/>
                </a:ext>
              </a:extLst>
            </p:cNvPr>
            <p:cNvSpPr/>
            <p:nvPr/>
          </p:nvSpPr>
          <p:spPr>
            <a:xfrm>
              <a:off x="2057400" y="3124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52B15E75-68CD-8A4D-A443-4D63EFDBB6B7}"/>
                </a:ext>
              </a:extLst>
            </p:cNvPr>
            <p:cNvSpPr/>
            <p:nvPr/>
          </p:nvSpPr>
          <p:spPr>
            <a:xfrm>
              <a:off x="3048000" y="3124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74B677C1-A32B-5148-A85B-7EB0B35BC5BA}"/>
                </a:ext>
              </a:extLst>
            </p:cNvPr>
            <p:cNvSpPr/>
            <p:nvPr/>
          </p:nvSpPr>
          <p:spPr>
            <a:xfrm>
              <a:off x="4038600" y="3124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B2DC18E8-91A8-B147-B3C8-9BC4D8D04E61}"/>
                </a:ext>
              </a:extLst>
            </p:cNvPr>
            <p:cNvSpPr/>
            <p:nvPr/>
          </p:nvSpPr>
          <p:spPr>
            <a:xfrm>
              <a:off x="4343400" y="3124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6BF0C822-5BE4-0B42-AC2E-1A7E3C646DF8}"/>
                </a:ext>
              </a:extLst>
            </p:cNvPr>
            <p:cNvSpPr/>
            <p:nvPr/>
          </p:nvSpPr>
          <p:spPr>
            <a:xfrm>
              <a:off x="6019800" y="3124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5B5FEB3B-DE74-0B45-ABEE-E85A3B263DBE}"/>
                </a:ext>
              </a:extLst>
            </p:cNvPr>
            <p:cNvSpPr/>
            <p:nvPr/>
          </p:nvSpPr>
          <p:spPr>
            <a:xfrm>
              <a:off x="13716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D09AD484-1E55-9646-9D7E-742EE71214BD}"/>
                </a:ext>
              </a:extLst>
            </p:cNvPr>
            <p:cNvSpPr/>
            <p:nvPr/>
          </p:nvSpPr>
          <p:spPr>
            <a:xfrm>
              <a:off x="23622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3911D4A7-F551-9347-A6B7-AFB9383F712C}"/>
                </a:ext>
              </a:extLst>
            </p:cNvPr>
            <p:cNvSpPr/>
            <p:nvPr/>
          </p:nvSpPr>
          <p:spPr>
            <a:xfrm>
              <a:off x="35814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82DBBF3F-EF28-1247-ADB8-6369E35BEBB3}"/>
                </a:ext>
              </a:extLst>
            </p:cNvPr>
            <p:cNvSpPr/>
            <p:nvPr/>
          </p:nvSpPr>
          <p:spPr>
            <a:xfrm>
              <a:off x="45720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1F1318E7-4DB9-AF47-BE82-3287969A16EC}"/>
                </a:ext>
              </a:extLst>
            </p:cNvPr>
            <p:cNvSpPr/>
            <p:nvPr/>
          </p:nvSpPr>
          <p:spPr>
            <a:xfrm>
              <a:off x="55626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E7876095-1A34-3F47-81F5-303F72032FEB}"/>
                </a:ext>
              </a:extLst>
            </p:cNvPr>
            <p:cNvSpPr/>
            <p:nvPr/>
          </p:nvSpPr>
          <p:spPr>
            <a:xfrm>
              <a:off x="16002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9114A814-9424-D04E-B078-E67D3730E710}"/>
                </a:ext>
              </a:extLst>
            </p:cNvPr>
            <p:cNvSpPr/>
            <p:nvPr/>
          </p:nvSpPr>
          <p:spPr>
            <a:xfrm>
              <a:off x="25908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1DBEF18B-A7FA-664F-B0A7-83AB8D717324}"/>
                </a:ext>
              </a:extLst>
            </p:cNvPr>
            <p:cNvSpPr/>
            <p:nvPr/>
          </p:nvSpPr>
          <p:spPr>
            <a:xfrm>
              <a:off x="38100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C110BCA2-70F9-C54B-8EBD-3C9CA999889C}"/>
                </a:ext>
              </a:extLst>
            </p:cNvPr>
            <p:cNvSpPr/>
            <p:nvPr/>
          </p:nvSpPr>
          <p:spPr>
            <a:xfrm>
              <a:off x="48006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859DE748-CFEC-FB47-B7AF-FAA643F4F765}"/>
                </a:ext>
              </a:extLst>
            </p:cNvPr>
            <p:cNvSpPr/>
            <p:nvPr/>
          </p:nvSpPr>
          <p:spPr>
            <a:xfrm>
              <a:off x="57912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B39AC08A-5015-454B-B732-E42F5CEF62E1}"/>
                </a:ext>
              </a:extLst>
            </p:cNvPr>
            <p:cNvSpPr/>
            <p:nvPr/>
          </p:nvSpPr>
          <p:spPr>
            <a:xfrm>
              <a:off x="18288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00F5D1BD-6E96-A140-A40D-683E87E12812}"/>
                </a:ext>
              </a:extLst>
            </p:cNvPr>
            <p:cNvSpPr/>
            <p:nvPr/>
          </p:nvSpPr>
          <p:spPr>
            <a:xfrm>
              <a:off x="28194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0BBEE7D3-DBFB-344A-9EAA-4E5510944B7B}"/>
                </a:ext>
              </a:extLst>
            </p:cNvPr>
            <p:cNvSpPr/>
            <p:nvPr/>
          </p:nvSpPr>
          <p:spPr>
            <a:xfrm>
              <a:off x="33528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B6FBD22C-1C8E-184B-9790-247B85499DA3}"/>
                </a:ext>
              </a:extLst>
            </p:cNvPr>
            <p:cNvSpPr/>
            <p:nvPr/>
          </p:nvSpPr>
          <p:spPr>
            <a:xfrm>
              <a:off x="50292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D21CE953-B7FE-C340-814E-3C17FC5113AD}"/>
                </a:ext>
              </a:extLst>
            </p:cNvPr>
            <p:cNvSpPr/>
            <p:nvPr/>
          </p:nvSpPr>
          <p:spPr>
            <a:xfrm>
              <a:off x="53340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633A9A59-5753-5748-A32A-D36FB3A34F47}"/>
                </a:ext>
              </a:extLst>
            </p:cNvPr>
            <p:cNvSpPr/>
            <p:nvPr/>
          </p:nvSpPr>
          <p:spPr>
            <a:xfrm>
              <a:off x="2057400" y="3429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D369B6B6-03E0-4240-8E23-61932ED5809F}"/>
                </a:ext>
              </a:extLst>
            </p:cNvPr>
            <p:cNvSpPr/>
            <p:nvPr/>
          </p:nvSpPr>
          <p:spPr>
            <a:xfrm>
              <a:off x="3048000" y="3429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23E5DC5F-32F1-F44F-9BC2-232B814B8719}"/>
                </a:ext>
              </a:extLst>
            </p:cNvPr>
            <p:cNvSpPr/>
            <p:nvPr/>
          </p:nvSpPr>
          <p:spPr>
            <a:xfrm>
              <a:off x="4038600" y="3429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D8A726DB-D8A2-4940-B009-DDA22E87C9B0}"/>
                </a:ext>
              </a:extLst>
            </p:cNvPr>
            <p:cNvSpPr/>
            <p:nvPr/>
          </p:nvSpPr>
          <p:spPr>
            <a:xfrm>
              <a:off x="4343400" y="3429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EA5A08C7-613B-9C43-ABA6-D7D06FF05E42}"/>
                </a:ext>
              </a:extLst>
            </p:cNvPr>
            <p:cNvSpPr/>
            <p:nvPr/>
          </p:nvSpPr>
          <p:spPr>
            <a:xfrm>
              <a:off x="6019800" y="3429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BE2B5F26-149C-394F-BA42-C3A76C316895}"/>
                </a:ext>
              </a:extLst>
            </p:cNvPr>
            <p:cNvSpPr/>
            <p:nvPr/>
          </p:nvSpPr>
          <p:spPr>
            <a:xfrm>
              <a:off x="13716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9B035026-8010-2E42-9FBB-319D66C855DB}"/>
                </a:ext>
              </a:extLst>
            </p:cNvPr>
            <p:cNvSpPr/>
            <p:nvPr/>
          </p:nvSpPr>
          <p:spPr>
            <a:xfrm>
              <a:off x="23622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6FA679F0-9182-9F49-A7B7-A9859CC879E3}"/>
                </a:ext>
              </a:extLst>
            </p:cNvPr>
            <p:cNvSpPr/>
            <p:nvPr/>
          </p:nvSpPr>
          <p:spPr>
            <a:xfrm>
              <a:off x="35814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CEC57AA1-23CA-CD4E-A133-3EF77070CA24}"/>
                </a:ext>
              </a:extLst>
            </p:cNvPr>
            <p:cNvSpPr/>
            <p:nvPr/>
          </p:nvSpPr>
          <p:spPr>
            <a:xfrm>
              <a:off x="45720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5BFCFDB6-0D98-4B47-A29A-E8A6CA565DE2}"/>
                </a:ext>
              </a:extLst>
            </p:cNvPr>
            <p:cNvSpPr/>
            <p:nvPr/>
          </p:nvSpPr>
          <p:spPr>
            <a:xfrm>
              <a:off x="55626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51716C2D-A5F2-D54D-A333-2D307D7C7DD1}"/>
                </a:ext>
              </a:extLst>
            </p:cNvPr>
            <p:cNvSpPr/>
            <p:nvPr/>
          </p:nvSpPr>
          <p:spPr>
            <a:xfrm>
              <a:off x="16002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B66157D7-E5B7-8A43-A106-AE4E8281EFE2}"/>
                </a:ext>
              </a:extLst>
            </p:cNvPr>
            <p:cNvSpPr/>
            <p:nvPr/>
          </p:nvSpPr>
          <p:spPr>
            <a:xfrm>
              <a:off x="25908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A9A4AF85-E40B-D242-9CAC-E05C4E428B0E}"/>
                </a:ext>
              </a:extLst>
            </p:cNvPr>
            <p:cNvSpPr/>
            <p:nvPr/>
          </p:nvSpPr>
          <p:spPr>
            <a:xfrm>
              <a:off x="38100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AC5BD9B8-3EE4-6A48-A213-68F87019BEE9}"/>
                </a:ext>
              </a:extLst>
            </p:cNvPr>
            <p:cNvSpPr/>
            <p:nvPr/>
          </p:nvSpPr>
          <p:spPr>
            <a:xfrm>
              <a:off x="48006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5C7774F7-7B84-384C-B21E-CB982AD4F575}"/>
                </a:ext>
              </a:extLst>
            </p:cNvPr>
            <p:cNvSpPr/>
            <p:nvPr/>
          </p:nvSpPr>
          <p:spPr>
            <a:xfrm>
              <a:off x="57912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BE32B75-12BC-DD48-83AF-2A427A458D79}"/>
                </a:ext>
              </a:extLst>
            </p:cNvPr>
            <p:cNvSpPr/>
            <p:nvPr/>
          </p:nvSpPr>
          <p:spPr>
            <a:xfrm>
              <a:off x="18288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E97B13D0-20FC-BB4A-AB64-F81A74CB8142}"/>
                </a:ext>
              </a:extLst>
            </p:cNvPr>
            <p:cNvSpPr/>
            <p:nvPr/>
          </p:nvSpPr>
          <p:spPr>
            <a:xfrm>
              <a:off x="28194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6AD404D1-AB09-344F-9B4E-34324AEA9BDC}"/>
                </a:ext>
              </a:extLst>
            </p:cNvPr>
            <p:cNvSpPr/>
            <p:nvPr/>
          </p:nvSpPr>
          <p:spPr>
            <a:xfrm>
              <a:off x="33528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9BB57962-A929-6A46-8EDC-2FDD06AF23C4}"/>
                </a:ext>
              </a:extLst>
            </p:cNvPr>
            <p:cNvSpPr/>
            <p:nvPr/>
          </p:nvSpPr>
          <p:spPr>
            <a:xfrm>
              <a:off x="50292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BA91CC6C-2E80-434D-8BFC-B071CD063AB4}"/>
                </a:ext>
              </a:extLst>
            </p:cNvPr>
            <p:cNvSpPr/>
            <p:nvPr/>
          </p:nvSpPr>
          <p:spPr>
            <a:xfrm>
              <a:off x="53340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23585673-1CCE-D949-9491-01B893C7DF32}"/>
                </a:ext>
              </a:extLst>
            </p:cNvPr>
            <p:cNvSpPr/>
            <p:nvPr/>
          </p:nvSpPr>
          <p:spPr>
            <a:xfrm>
              <a:off x="2057400" y="3733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1186CA51-D44E-324B-AD68-12572BBA9BDA}"/>
                </a:ext>
              </a:extLst>
            </p:cNvPr>
            <p:cNvSpPr/>
            <p:nvPr/>
          </p:nvSpPr>
          <p:spPr>
            <a:xfrm>
              <a:off x="30480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FC2042E8-D5EE-AB49-A27B-735DD4901059}"/>
                </a:ext>
              </a:extLst>
            </p:cNvPr>
            <p:cNvSpPr/>
            <p:nvPr/>
          </p:nvSpPr>
          <p:spPr>
            <a:xfrm>
              <a:off x="4038600" y="3733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378BAED0-1B71-B74C-949D-2207396F9BF6}"/>
                </a:ext>
              </a:extLst>
            </p:cNvPr>
            <p:cNvSpPr/>
            <p:nvPr/>
          </p:nvSpPr>
          <p:spPr>
            <a:xfrm>
              <a:off x="43434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4DF78B64-8436-8047-B3DA-7B08C26B09A5}"/>
                </a:ext>
              </a:extLst>
            </p:cNvPr>
            <p:cNvSpPr/>
            <p:nvPr/>
          </p:nvSpPr>
          <p:spPr>
            <a:xfrm>
              <a:off x="6019800" y="3733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6226C527-28CF-8347-B287-D4F026551EBC}"/>
                </a:ext>
              </a:extLst>
            </p:cNvPr>
            <p:cNvSpPr/>
            <p:nvPr/>
          </p:nvSpPr>
          <p:spPr>
            <a:xfrm>
              <a:off x="13716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BA7A23F5-F9A2-3B44-BA29-02CDA8253FBF}"/>
                </a:ext>
              </a:extLst>
            </p:cNvPr>
            <p:cNvSpPr/>
            <p:nvPr/>
          </p:nvSpPr>
          <p:spPr>
            <a:xfrm>
              <a:off x="23622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389DECC8-147F-BC44-AFC5-9A0EED0149A0}"/>
                </a:ext>
              </a:extLst>
            </p:cNvPr>
            <p:cNvSpPr/>
            <p:nvPr/>
          </p:nvSpPr>
          <p:spPr>
            <a:xfrm>
              <a:off x="35814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E813B28E-7D21-E545-8D34-A7D51B5DED8C}"/>
                </a:ext>
              </a:extLst>
            </p:cNvPr>
            <p:cNvSpPr/>
            <p:nvPr/>
          </p:nvSpPr>
          <p:spPr>
            <a:xfrm>
              <a:off x="45720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D05F287D-D2AF-4444-AAB7-12670A07C72C}"/>
                </a:ext>
              </a:extLst>
            </p:cNvPr>
            <p:cNvSpPr/>
            <p:nvPr/>
          </p:nvSpPr>
          <p:spPr>
            <a:xfrm>
              <a:off x="55626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77BD8007-FE52-9948-9625-C2DA199AD329}"/>
                </a:ext>
              </a:extLst>
            </p:cNvPr>
            <p:cNvSpPr/>
            <p:nvPr/>
          </p:nvSpPr>
          <p:spPr>
            <a:xfrm>
              <a:off x="16002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C1BBB6C1-4BC6-A041-BBE2-259B861C79A3}"/>
                </a:ext>
              </a:extLst>
            </p:cNvPr>
            <p:cNvSpPr/>
            <p:nvPr/>
          </p:nvSpPr>
          <p:spPr>
            <a:xfrm>
              <a:off x="25908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9B1C54D2-E99E-2B46-8ABE-920043EBC0CF}"/>
                </a:ext>
              </a:extLst>
            </p:cNvPr>
            <p:cNvSpPr/>
            <p:nvPr/>
          </p:nvSpPr>
          <p:spPr>
            <a:xfrm>
              <a:off x="38100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25A4CE5E-1ECD-6B43-9DC3-8BD5AC836AA2}"/>
                </a:ext>
              </a:extLst>
            </p:cNvPr>
            <p:cNvSpPr/>
            <p:nvPr/>
          </p:nvSpPr>
          <p:spPr>
            <a:xfrm>
              <a:off x="48006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A9DB3CEF-CB5A-E249-98E3-FE4B8C59A837}"/>
                </a:ext>
              </a:extLst>
            </p:cNvPr>
            <p:cNvSpPr/>
            <p:nvPr/>
          </p:nvSpPr>
          <p:spPr>
            <a:xfrm>
              <a:off x="57912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E85EA6AF-C270-6F4F-A65F-582864E0FD76}"/>
                </a:ext>
              </a:extLst>
            </p:cNvPr>
            <p:cNvSpPr/>
            <p:nvPr/>
          </p:nvSpPr>
          <p:spPr>
            <a:xfrm>
              <a:off x="18288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8" name="Rectangle 197">
              <a:extLst>
                <a:ext uri="{FF2B5EF4-FFF2-40B4-BE49-F238E27FC236}">
                  <a16:creationId xmlns:a16="http://schemas.microsoft.com/office/drawing/2014/main" id="{D9B849E6-0CB5-7D47-BC40-5FC190A9B001}"/>
                </a:ext>
              </a:extLst>
            </p:cNvPr>
            <p:cNvSpPr/>
            <p:nvPr/>
          </p:nvSpPr>
          <p:spPr>
            <a:xfrm>
              <a:off x="28194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149C29AF-E750-7744-8973-7315DDF15931}"/>
                </a:ext>
              </a:extLst>
            </p:cNvPr>
            <p:cNvSpPr/>
            <p:nvPr/>
          </p:nvSpPr>
          <p:spPr>
            <a:xfrm>
              <a:off x="33528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0" name="Rectangle 199">
              <a:extLst>
                <a:ext uri="{FF2B5EF4-FFF2-40B4-BE49-F238E27FC236}">
                  <a16:creationId xmlns:a16="http://schemas.microsoft.com/office/drawing/2014/main" id="{BD2BB5BB-51FA-CA43-8AE3-A951F62BCF3A}"/>
                </a:ext>
              </a:extLst>
            </p:cNvPr>
            <p:cNvSpPr/>
            <p:nvPr/>
          </p:nvSpPr>
          <p:spPr>
            <a:xfrm>
              <a:off x="50292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1" name="Rectangle 200">
              <a:extLst>
                <a:ext uri="{FF2B5EF4-FFF2-40B4-BE49-F238E27FC236}">
                  <a16:creationId xmlns:a16="http://schemas.microsoft.com/office/drawing/2014/main" id="{682BF12E-342D-6643-B8B4-AEC3E8EE2B42}"/>
                </a:ext>
              </a:extLst>
            </p:cNvPr>
            <p:cNvSpPr/>
            <p:nvPr/>
          </p:nvSpPr>
          <p:spPr>
            <a:xfrm>
              <a:off x="53340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99074B30-96DC-064A-88EB-45207465267F}"/>
                </a:ext>
              </a:extLst>
            </p:cNvPr>
            <p:cNvSpPr/>
            <p:nvPr/>
          </p:nvSpPr>
          <p:spPr>
            <a:xfrm>
              <a:off x="2057400" y="4038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820FCC40-2958-2E48-987A-C903F92FE2E8}"/>
                </a:ext>
              </a:extLst>
            </p:cNvPr>
            <p:cNvSpPr/>
            <p:nvPr/>
          </p:nvSpPr>
          <p:spPr>
            <a:xfrm>
              <a:off x="3048000" y="4038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EB9FABB9-F35A-0B48-9094-7D932A9C3E9D}"/>
                </a:ext>
              </a:extLst>
            </p:cNvPr>
            <p:cNvSpPr/>
            <p:nvPr/>
          </p:nvSpPr>
          <p:spPr>
            <a:xfrm>
              <a:off x="4038600" y="4038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D2599BFD-750A-884B-8790-152D02B08770}"/>
                </a:ext>
              </a:extLst>
            </p:cNvPr>
            <p:cNvSpPr/>
            <p:nvPr/>
          </p:nvSpPr>
          <p:spPr>
            <a:xfrm>
              <a:off x="4343400" y="4038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" name="Rectangle 205">
              <a:extLst>
                <a:ext uri="{FF2B5EF4-FFF2-40B4-BE49-F238E27FC236}">
                  <a16:creationId xmlns:a16="http://schemas.microsoft.com/office/drawing/2014/main" id="{20C797ED-7905-9041-874C-A0B0BF10D269}"/>
                </a:ext>
              </a:extLst>
            </p:cNvPr>
            <p:cNvSpPr/>
            <p:nvPr/>
          </p:nvSpPr>
          <p:spPr>
            <a:xfrm>
              <a:off x="6019800" y="4038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2D904100-C6CD-1345-B96A-2649D18D4018}"/>
                </a:ext>
              </a:extLst>
            </p:cNvPr>
            <p:cNvSpPr txBox="1"/>
            <p:nvPr/>
          </p:nvSpPr>
          <p:spPr>
            <a:xfrm>
              <a:off x="533400" y="533400"/>
              <a:ext cx="30008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BIL:  Band Interleaved by Line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D5DB071-CC19-194B-9518-591FB9822063}"/>
                </a:ext>
              </a:extLst>
            </p:cNvPr>
            <p:cNvSpPr txBox="1"/>
            <p:nvPr/>
          </p:nvSpPr>
          <p:spPr>
            <a:xfrm>
              <a:off x="533400" y="12192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3F70DB15-67F7-FF4F-80C6-CD50B9CB47DB}"/>
                </a:ext>
              </a:extLst>
            </p:cNvPr>
            <p:cNvSpPr txBox="1"/>
            <p:nvPr/>
          </p:nvSpPr>
          <p:spPr>
            <a:xfrm>
              <a:off x="533400" y="1524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210" name="TextBox 209">
              <a:extLst>
                <a:ext uri="{FF2B5EF4-FFF2-40B4-BE49-F238E27FC236}">
                  <a16:creationId xmlns:a16="http://schemas.microsoft.com/office/drawing/2014/main" id="{04071F9F-B512-B647-803F-CF4DB741B578}"/>
                </a:ext>
              </a:extLst>
            </p:cNvPr>
            <p:cNvSpPr txBox="1"/>
            <p:nvPr/>
          </p:nvSpPr>
          <p:spPr>
            <a:xfrm>
              <a:off x="533400" y="18288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3</a:t>
              </a:r>
            </a:p>
          </p:txBody>
        </p:sp>
        <p:sp>
          <p:nvSpPr>
            <p:cNvPr id="211" name="TextBox 210">
              <a:extLst>
                <a:ext uri="{FF2B5EF4-FFF2-40B4-BE49-F238E27FC236}">
                  <a16:creationId xmlns:a16="http://schemas.microsoft.com/office/drawing/2014/main" id="{B16FD499-7B61-F347-AA1E-76015385616A}"/>
                </a:ext>
              </a:extLst>
            </p:cNvPr>
            <p:cNvSpPr txBox="1"/>
            <p:nvPr/>
          </p:nvSpPr>
          <p:spPr>
            <a:xfrm>
              <a:off x="1295400" y="926068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1</a:t>
              </a:r>
            </a:p>
          </p:txBody>
        </p:sp>
        <p:sp>
          <p:nvSpPr>
            <p:cNvPr id="212" name="TextBox 211">
              <a:extLst>
                <a:ext uri="{FF2B5EF4-FFF2-40B4-BE49-F238E27FC236}">
                  <a16:creationId xmlns:a16="http://schemas.microsoft.com/office/drawing/2014/main" id="{8D552BC2-066E-5B44-AD0F-57920C742398}"/>
                </a:ext>
              </a:extLst>
            </p:cNvPr>
            <p:cNvSpPr txBox="1"/>
            <p:nvPr/>
          </p:nvSpPr>
          <p:spPr>
            <a:xfrm>
              <a:off x="2290317" y="926068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2</a:t>
              </a:r>
            </a:p>
          </p:txBody>
        </p:sp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D4B14D5D-A526-624C-8BD9-A78D595B14CB}"/>
                </a:ext>
              </a:extLst>
            </p:cNvPr>
            <p:cNvSpPr txBox="1"/>
            <p:nvPr/>
          </p:nvSpPr>
          <p:spPr>
            <a:xfrm>
              <a:off x="533400" y="43434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1</a:t>
              </a:r>
            </a:p>
          </p:txBody>
        </p:sp>
        <p:sp>
          <p:nvSpPr>
            <p:cNvPr id="214" name="TextBox 213">
              <a:extLst>
                <a:ext uri="{FF2B5EF4-FFF2-40B4-BE49-F238E27FC236}">
                  <a16:creationId xmlns:a16="http://schemas.microsoft.com/office/drawing/2014/main" id="{C6A6C364-1ECA-D941-8706-B2A498D653C7}"/>
                </a:ext>
              </a:extLst>
            </p:cNvPr>
            <p:cNvSpPr txBox="1"/>
            <p:nvPr/>
          </p:nvSpPr>
          <p:spPr>
            <a:xfrm>
              <a:off x="533400" y="46482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2</a:t>
              </a:r>
            </a:p>
          </p:txBody>
        </p:sp>
        <p:sp>
          <p:nvSpPr>
            <p:cNvPr id="215" name="TextBox 214">
              <a:extLst>
                <a:ext uri="{FF2B5EF4-FFF2-40B4-BE49-F238E27FC236}">
                  <a16:creationId xmlns:a16="http://schemas.microsoft.com/office/drawing/2014/main" id="{D5CFB650-836C-F040-A2F3-A73C150274D5}"/>
                </a:ext>
              </a:extLst>
            </p:cNvPr>
            <p:cNvSpPr txBox="1"/>
            <p:nvPr/>
          </p:nvSpPr>
          <p:spPr>
            <a:xfrm>
              <a:off x="533400" y="49530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3</a:t>
              </a:r>
            </a:p>
          </p:txBody>
        </p:sp>
        <p:sp>
          <p:nvSpPr>
            <p:cNvPr id="216" name="TextBox 215">
              <a:extLst>
                <a:ext uri="{FF2B5EF4-FFF2-40B4-BE49-F238E27FC236}">
                  <a16:creationId xmlns:a16="http://schemas.microsoft.com/office/drawing/2014/main" id="{7BCE5F64-B0FD-BE4E-A7B4-3937F9B1ABAC}"/>
                </a:ext>
              </a:extLst>
            </p:cNvPr>
            <p:cNvSpPr txBox="1"/>
            <p:nvPr/>
          </p:nvSpPr>
          <p:spPr>
            <a:xfrm>
              <a:off x="533400" y="5257800"/>
              <a:ext cx="78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Pixel 4</a:t>
              </a:r>
            </a:p>
          </p:txBody>
        </p:sp>
        <p:cxnSp>
          <p:nvCxnSpPr>
            <p:cNvPr id="217" name="Elbow Connector 216">
              <a:extLst>
                <a:ext uri="{FF2B5EF4-FFF2-40B4-BE49-F238E27FC236}">
                  <a16:creationId xmlns:a16="http://schemas.microsoft.com/office/drawing/2014/main" id="{70F0D1EB-875C-B44F-9934-62C0F9CDEDCB}"/>
                </a:ext>
              </a:extLst>
            </p:cNvPr>
            <p:cNvCxnSpPr>
              <a:cxnSpLocks/>
              <a:stCxn id="213" idx="3"/>
              <a:endCxn id="187" idx="2"/>
            </p:cNvCxnSpPr>
            <p:nvPr/>
          </p:nvCxnSpPr>
          <p:spPr>
            <a:xfrm flipV="1">
              <a:off x="1321116" y="4267200"/>
              <a:ext cx="1647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Elbow Connector 217">
              <a:extLst>
                <a:ext uri="{FF2B5EF4-FFF2-40B4-BE49-F238E27FC236}">
                  <a16:creationId xmlns:a16="http://schemas.microsoft.com/office/drawing/2014/main" id="{4CBB1600-6683-7F49-B51A-02B07D2A614C}"/>
                </a:ext>
              </a:extLst>
            </p:cNvPr>
            <p:cNvCxnSpPr>
              <a:cxnSpLocks/>
              <a:stCxn id="213" idx="3"/>
              <a:endCxn id="188" idx="2"/>
            </p:cNvCxnSpPr>
            <p:nvPr/>
          </p:nvCxnSpPr>
          <p:spPr>
            <a:xfrm flipV="1">
              <a:off x="1321116" y="4267200"/>
              <a:ext cx="11553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Elbow Connector 218">
              <a:extLst>
                <a:ext uri="{FF2B5EF4-FFF2-40B4-BE49-F238E27FC236}">
                  <a16:creationId xmlns:a16="http://schemas.microsoft.com/office/drawing/2014/main" id="{8A5423F9-CF5D-CE45-9BFD-DED6B20204E1}"/>
                </a:ext>
              </a:extLst>
            </p:cNvPr>
            <p:cNvCxnSpPr>
              <a:cxnSpLocks/>
              <a:stCxn id="213" idx="3"/>
              <a:endCxn id="199" idx="2"/>
            </p:cNvCxnSpPr>
            <p:nvPr/>
          </p:nvCxnSpPr>
          <p:spPr>
            <a:xfrm flipV="1">
              <a:off x="1321116" y="4267200"/>
              <a:ext cx="21459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Elbow Connector 219">
              <a:extLst>
                <a:ext uri="{FF2B5EF4-FFF2-40B4-BE49-F238E27FC236}">
                  <a16:creationId xmlns:a16="http://schemas.microsoft.com/office/drawing/2014/main" id="{170DB51A-7CD8-B84D-A5A9-54C56C53B95D}"/>
                </a:ext>
              </a:extLst>
            </p:cNvPr>
            <p:cNvCxnSpPr>
              <a:cxnSpLocks/>
              <a:stCxn id="213" idx="3"/>
              <a:endCxn id="205" idx="2"/>
            </p:cNvCxnSpPr>
            <p:nvPr/>
          </p:nvCxnSpPr>
          <p:spPr>
            <a:xfrm flipV="1">
              <a:off x="1321116" y="4267200"/>
              <a:ext cx="31365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Elbow Connector 220">
              <a:extLst>
                <a:ext uri="{FF2B5EF4-FFF2-40B4-BE49-F238E27FC236}">
                  <a16:creationId xmlns:a16="http://schemas.microsoft.com/office/drawing/2014/main" id="{6CDCC241-EDBC-9249-9481-B4CD144B223B}"/>
                </a:ext>
              </a:extLst>
            </p:cNvPr>
            <p:cNvCxnSpPr>
              <a:cxnSpLocks/>
              <a:stCxn id="213" idx="3"/>
              <a:endCxn id="201" idx="2"/>
            </p:cNvCxnSpPr>
            <p:nvPr/>
          </p:nvCxnSpPr>
          <p:spPr>
            <a:xfrm flipV="1">
              <a:off x="1321116" y="4267200"/>
              <a:ext cx="4127184" cy="2608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Elbow Connector 221">
              <a:extLst>
                <a:ext uri="{FF2B5EF4-FFF2-40B4-BE49-F238E27FC236}">
                  <a16:creationId xmlns:a16="http://schemas.microsoft.com/office/drawing/2014/main" id="{7A98927C-31C0-E74D-99FA-50C19ADF0BC4}"/>
                </a:ext>
              </a:extLst>
            </p:cNvPr>
            <p:cNvCxnSpPr>
              <a:cxnSpLocks/>
              <a:stCxn id="214" idx="3"/>
              <a:endCxn id="192" idx="2"/>
            </p:cNvCxnSpPr>
            <p:nvPr/>
          </p:nvCxnSpPr>
          <p:spPr>
            <a:xfrm flipV="1">
              <a:off x="1321116" y="4267200"/>
              <a:ext cx="3933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Elbow Connector 222">
              <a:extLst>
                <a:ext uri="{FF2B5EF4-FFF2-40B4-BE49-F238E27FC236}">
                  <a16:creationId xmlns:a16="http://schemas.microsoft.com/office/drawing/2014/main" id="{21686746-9734-3E45-A918-06CC974D9D59}"/>
                </a:ext>
              </a:extLst>
            </p:cNvPr>
            <p:cNvCxnSpPr>
              <a:cxnSpLocks/>
              <a:stCxn id="214" idx="3"/>
              <a:endCxn id="193" idx="2"/>
            </p:cNvCxnSpPr>
            <p:nvPr/>
          </p:nvCxnSpPr>
          <p:spPr>
            <a:xfrm flipV="1">
              <a:off x="1321116" y="4267200"/>
              <a:ext cx="13839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Elbow Connector 223">
              <a:extLst>
                <a:ext uri="{FF2B5EF4-FFF2-40B4-BE49-F238E27FC236}">
                  <a16:creationId xmlns:a16="http://schemas.microsoft.com/office/drawing/2014/main" id="{CA6D3F24-320B-454E-95FE-850E26F0AF33}"/>
                </a:ext>
              </a:extLst>
            </p:cNvPr>
            <p:cNvCxnSpPr>
              <a:cxnSpLocks/>
              <a:stCxn id="214" idx="3"/>
              <a:endCxn id="189" idx="2"/>
            </p:cNvCxnSpPr>
            <p:nvPr/>
          </p:nvCxnSpPr>
          <p:spPr>
            <a:xfrm flipV="1">
              <a:off x="1321116" y="4267200"/>
              <a:ext cx="23745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Elbow Connector 224">
              <a:extLst>
                <a:ext uri="{FF2B5EF4-FFF2-40B4-BE49-F238E27FC236}">
                  <a16:creationId xmlns:a16="http://schemas.microsoft.com/office/drawing/2014/main" id="{B05C600C-558D-1B47-996F-B185F6C32AEC}"/>
                </a:ext>
              </a:extLst>
            </p:cNvPr>
            <p:cNvCxnSpPr>
              <a:cxnSpLocks/>
              <a:stCxn id="214" idx="3"/>
              <a:endCxn id="190" idx="2"/>
            </p:cNvCxnSpPr>
            <p:nvPr/>
          </p:nvCxnSpPr>
          <p:spPr>
            <a:xfrm flipV="1">
              <a:off x="1321116" y="4267200"/>
              <a:ext cx="33651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Elbow Connector 225">
              <a:extLst>
                <a:ext uri="{FF2B5EF4-FFF2-40B4-BE49-F238E27FC236}">
                  <a16:creationId xmlns:a16="http://schemas.microsoft.com/office/drawing/2014/main" id="{28E4328D-41F7-5D47-A04F-6BCC046B7253}"/>
                </a:ext>
              </a:extLst>
            </p:cNvPr>
            <p:cNvCxnSpPr>
              <a:cxnSpLocks/>
              <a:stCxn id="214" idx="3"/>
              <a:endCxn id="191" idx="2"/>
            </p:cNvCxnSpPr>
            <p:nvPr/>
          </p:nvCxnSpPr>
          <p:spPr>
            <a:xfrm flipV="1">
              <a:off x="1321116" y="4267200"/>
              <a:ext cx="4355784" cy="5656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Elbow Connector 226">
              <a:extLst>
                <a:ext uri="{FF2B5EF4-FFF2-40B4-BE49-F238E27FC236}">
                  <a16:creationId xmlns:a16="http://schemas.microsoft.com/office/drawing/2014/main" id="{33B3FBE1-8BBB-BB41-B031-1D715F6715AA}"/>
                </a:ext>
              </a:extLst>
            </p:cNvPr>
            <p:cNvCxnSpPr>
              <a:cxnSpLocks/>
              <a:stCxn id="215" idx="3"/>
              <a:endCxn id="197" idx="2"/>
            </p:cNvCxnSpPr>
            <p:nvPr/>
          </p:nvCxnSpPr>
          <p:spPr>
            <a:xfrm flipV="1">
              <a:off x="1321116" y="4267200"/>
              <a:ext cx="6219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Elbow Connector 227">
              <a:extLst>
                <a:ext uri="{FF2B5EF4-FFF2-40B4-BE49-F238E27FC236}">
                  <a16:creationId xmlns:a16="http://schemas.microsoft.com/office/drawing/2014/main" id="{7E177C36-F9DE-3543-9E3B-52A9FB41FD01}"/>
                </a:ext>
              </a:extLst>
            </p:cNvPr>
            <p:cNvCxnSpPr>
              <a:cxnSpLocks/>
              <a:stCxn id="215" idx="3"/>
              <a:endCxn id="198" idx="2"/>
            </p:cNvCxnSpPr>
            <p:nvPr/>
          </p:nvCxnSpPr>
          <p:spPr>
            <a:xfrm flipV="1">
              <a:off x="1321116" y="4267200"/>
              <a:ext cx="16125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Elbow Connector 228">
              <a:extLst>
                <a:ext uri="{FF2B5EF4-FFF2-40B4-BE49-F238E27FC236}">
                  <a16:creationId xmlns:a16="http://schemas.microsoft.com/office/drawing/2014/main" id="{75AB533D-8DDB-2F4E-9BC6-39F3129BEA1D}"/>
                </a:ext>
              </a:extLst>
            </p:cNvPr>
            <p:cNvCxnSpPr>
              <a:cxnSpLocks/>
              <a:stCxn id="215" idx="3"/>
              <a:endCxn id="194" idx="2"/>
            </p:cNvCxnSpPr>
            <p:nvPr/>
          </p:nvCxnSpPr>
          <p:spPr>
            <a:xfrm flipV="1">
              <a:off x="1321116" y="4267200"/>
              <a:ext cx="26031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Elbow Connector 229">
              <a:extLst>
                <a:ext uri="{FF2B5EF4-FFF2-40B4-BE49-F238E27FC236}">
                  <a16:creationId xmlns:a16="http://schemas.microsoft.com/office/drawing/2014/main" id="{57EB1D44-1E0B-2B4D-AB2B-38E0955872A7}"/>
                </a:ext>
              </a:extLst>
            </p:cNvPr>
            <p:cNvCxnSpPr>
              <a:cxnSpLocks/>
              <a:stCxn id="215" idx="3"/>
              <a:endCxn id="195" idx="2"/>
            </p:cNvCxnSpPr>
            <p:nvPr/>
          </p:nvCxnSpPr>
          <p:spPr>
            <a:xfrm flipV="1">
              <a:off x="1321116" y="4267200"/>
              <a:ext cx="35937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Elbow Connector 230">
              <a:extLst>
                <a:ext uri="{FF2B5EF4-FFF2-40B4-BE49-F238E27FC236}">
                  <a16:creationId xmlns:a16="http://schemas.microsoft.com/office/drawing/2014/main" id="{62B4A154-3567-F247-9774-01D0D9DEE342}"/>
                </a:ext>
              </a:extLst>
            </p:cNvPr>
            <p:cNvCxnSpPr>
              <a:cxnSpLocks/>
              <a:stCxn id="215" idx="3"/>
              <a:endCxn id="196" idx="2"/>
            </p:cNvCxnSpPr>
            <p:nvPr/>
          </p:nvCxnSpPr>
          <p:spPr>
            <a:xfrm flipV="1">
              <a:off x="1321116" y="4267200"/>
              <a:ext cx="4584384" cy="8704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Elbow Connector 231">
              <a:extLst>
                <a:ext uri="{FF2B5EF4-FFF2-40B4-BE49-F238E27FC236}">
                  <a16:creationId xmlns:a16="http://schemas.microsoft.com/office/drawing/2014/main" id="{8778BD93-3E97-D24A-849C-A93DE44D8369}"/>
                </a:ext>
              </a:extLst>
            </p:cNvPr>
            <p:cNvCxnSpPr>
              <a:cxnSpLocks/>
              <a:stCxn id="216" idx="3"/>
              <a:endCxn id="202" idx="2"/>
            </p:cNvCxnSpPr>
            <p:nvPr/>
          </p:nvCxnSpPr>
          <p:spPr>
            <a:xfrm flipV="1">
              <a:off x="1321116" y="4267200"/>
              <a:ext cx="8505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Elbow Connector 232">
              <a:extLst>
                <a:ext uri="{FF2B5EF4-FFF2-40B4-BE49-F238E27FC236}">
                  <a16:creationId xmlns:a16="http://schemas.microsoft.com/office/drawing/2014/main" id="{AC6F0EB1-90BE-5E48-B4E9-84D8EDA9C320}"/>
                </a:ext>
              </a:extLst>
            </p:cNvPr>
            <p:cNvCxnSpPr>
              <a:cxnSpLocks/>
              <a:stCxn id="216" idx="3"/>
              <a:endCxn id="203" idx="2"/>
            </p:cNvCxnSpPr>
            <p:nvPr/>
          </p:nvCxnSpPr>
          <p:spPr>
            <a:xfrm flipV="1">
              <a:off x="1321116" y="4267200"/>
              <a:ext cx="18411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Elbow Connector 233">
              <a:extLst>
                <a:ext uri="{FF2B5EF4-FFF2-40B4-BE49-F238E27FC236}">
                  <a16:creationId xmlns:a16="http://schemas.microsoft.com/office/drawing/2014/main" id="{BDE136C4-5C00-794E-8D71-60085F5E9E63}"/>
                </a:ext>
              </a:extLst>
            </p:cNvPr>
            <p:cNvCxnSpPr>
              <a:cxnSpLocks/>
              <a:stCxn id="216" idx="3"/>
              <a:endCxn id="204" idx="2"/>
            </p:cNvCxnSpPr>
            <p:nvPr/>
          </p:nvCxnSpPr>
          <p:spPr>
            <a:xfrm flipV="1">
              <a:off x="1321116" y="4267200"/>
              <a:ext cx="28317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Elbow Connector 234">
              <a:extLst>
                <a:ext uri="{FF2B5EF4-FFF2-40B4-BE49-F238E27FC236}">
                  <a16:creationId xmlns:a16="http://schemas.microsoft.com/office/drawing/2014/main" id="{B34D1A9C-D029-F34E-B285-B171770CBF9F}"/>
                </a:ext>
              </a:extLst>
            </p:cNvPr>
            <p:cNvCxnSpPr>
              <a:cxnSpLocks/>
              <a:stCxn id="216" idx="3"/>
              <a:endCxn id="200" idx="2"/>
            </p:cNvCxnSpPr>
            <p:nvPr/>
          </p:nvCxnSpPr>
          <p:spPr>
            <a:xfrm flipV="1">
              <a:off x="1321116" y="4267200"/>
              <a:ext cx="38223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Elbow Connector 235">
              <a:extLst>
                <a:ext uri="{FF2B5EF4-FFF2-40B4-BE49-F238E27FC236}">
                  <a16:creationId xmlns:a16="http://schemas.microsoft.com/office/drawing/2014/main" id="{3663AB21-114F-774E-8CF6-573BF6147FF8}"/>
                </a:ext>
              </a:extLst>
            </p:cNvPr>
            <p:cNvCxnSpPr>
              <a:cxnSpLocks/>
              <a:stCxn id="216" idx="3"/>
              <a:endCxn id="206" idx="2"/>
            </p:cNvCxnSpPr>
            <p:nvPr/>
          </p:nvCxnSpPr>
          <p:spPr>
            <a:xfrm flipV="1">
              <a:off x="1321116" y="4267200"/>
              <a:ext cx="4812984" cy="1175266"/>
            </a:xfrm>
            <a:prstGeom prst="bentConnector2">
              <a:avLst/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48453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C74F291-2342-FF41-8562-22B9CC4FA65F}"/>
              </a:ext>
            </a:extLst>
          </p:cNvPr>
          <p:cNvSpPr txBox="1"/>
          <p:nvPr/>
        </p:nvSpPr>
        <p:spPr>
          <a:xfrm>
            <a:off x="533400" y="533400"/>
            <a:ext cx="219342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 Image: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 bands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10 rows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samples per row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93AAC53-C6E1-3D46-B6F0-3661E662143A}"/>
              </a:ext>
            </a:extLst>
          </p:cNvPr>
          <p:cNvGrpSpPr/>
          <p:nvPr/>
        </p:nvGrpSpPr>
        <p:grpSpPr>
          <a:xfrm>
            <a:off x="533400" y="2362200"/>
            <a:ext cx="4495800" cy="5638800"/>
            <a:chOff x="609600" y="304800"/>
            <a:chExt cx="4495800" cy="56388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13F635F-3919-EB44-8936-C2F7BCE67A28}"/>
                </a:ext>
              </a:extLst>
            </p:cNvPr>
            <p:cNvSpPr/>
            <p:nvPr/>
          </p:nvSpPr>
          <p:spPr>
            <a:xfrm>
              <a:off x="14478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1A9FDC1-7298-B147-8599-4457CFABCD3A}"/>
                </a:ext>
              </a:extLst>
            </p:cNvPr>
            <p:cNvSpPr/>
            <p:nvPr/>
          </p:nvSpPr>
          <p:spPr>
            <a:xfrm>
              <a:off x="14478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DC2EB81-9C37-004B-9CEC-7FE583B0CCFE}"/>
                </a:ext>
              </a:extLst>
            </p:cNvPr>
            <p:cNvSpPr/>
            <p:nvPr/>
          </p:nvSpPr>
          <p:spPr>
            <a:xfrm>
              <a:off x="30480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512FE5-CE88-DF4A-8952-93147FA5C7DA}"/>
                </a:ext>
              </a:extLst>
            </p:cNvPr>
            <p:cNvSpPr/>
            <p:nvPr/>
          </p:nvSpPr>
          <p:spPr>
            <a:xfrm>
              <a:off x="16764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FC21B3A-B58B-764A-99C2-9B02ED80D880}"/>
                </a:ext>
              </a:extLst>
            </p:cNvPr>
            <p:cNvSpPr/>
            <p:nvPr/>
          </p:nvSpPr>
          <p:spPr>
            <a:xfrm>
              <a:off x="16764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4D52DD-0B22-B14F-AB9A-4347D4BEBA91}"/>
                </a:ext>
              </a:extLst>
            </p:cNvPr>
            <p:cNvSpPr/>
            <p:nvPr/>
          </p:nvSpPr>
          <p:spPr>
            <a:xfrm>
              <a:off x="32766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F57996D-3E06-7B41-9163-44492CF9D457}"/>
                </a:ext>
              </a:extLst>
            </p:cNvPr>
            <p:cNvSpPr/>
            <p:nvPr/>
          </p:nvSpPr>
          <p:spPr>
            <a:xfrm>
              <a:off x="19050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D497A28-5B71-694B-A53F-4C5EF781BD1C}"/>
                </a:ext>
              </a:extLst>
            </p:cNvPr>
            <p:cNvSpPr/>
            <p:nvPr/>
          </p:nvSpPr>
          <p:spPr>
            <a:xfrm>
              <a:off x="19050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8949E98-CC26-634C-81AA-5AF3E540966F}"/>
                </a:ext>
              </a:extLst>
            </p:cNvPr>
            <p:cNvSpPr/>
            <p:nvPr/>
          </p:nvSpPr>
          <p:spPr>
            <a:xfrm>
              <a:off x="28194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E98E9D7-99C0-6B48-80AA-77460FEF9A06}"/>
                </a:ext>
              </a:extLst>
            </p:cNvPr>
            <p:cNvSpPr/>
            <p:nvPr/>
          </p:nvSpPr>
          <p:spPr>
            <a:xfrm>
              <a:off x="35052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8A165FD-6592-D94C-A757-B221B13ED9D6}"/>
                </a:ext>
              </a:extLst>
            </p:cNvPr>
            <p:cNvSpPr/>
            <p:nvPr/>
          </p:nvSpPr>
          <p:spPr>
            <a:xfrm>
              <a:off x="41910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B6838E8-F791-0F47-A9F0-9C9813B85339}"/>
                </a:ext>
              </a:extLst>
            </p:cNvPr>
            <p:cNvSpPr/>
            <p:nvPr/>
          </p:nvSpPr>
          <p:spPr>
            <a:xfrm>
              <a:off x="2133600" y="1143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425BE27-D802-E744-A121-4B770C9F5EAA}"/>
                </a:ext>
              </a:extLst>
            </p:cNvPr>
            <p:cNvSpPr/>
            <p:nvPr/>
          </p:nvSpPr>
          <p:spPr>
            <a:xfrm>
              <a:off x="2133600" y="3505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3F0FB10A-705F-4B4C-8A8F-3CFCAF5F2B9E}"/>
                </a:ext>
              </a:extLst>
            </p:cNvPr>
            <p:cNvSpPr/>
            <p:nvPr/>
          </p:nvSpPr>
          <p:spPr>
            <a:xfrm>
              <a:off x="35052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94ED4D5-9D84-F443-822D-FB884AACCDC5}"/>
                </a:ext>
              </a:extLst>
            </p:cNvPr>
            <p:cNvSpPr/>
            <p:nvPr/>
          </p:nvSpPr>
          <p:spPr>
            <a:xfrm>
              <a:off x="2819400" y="3505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468471E-950C-C746-99BF-EB278B387473}"/>
                </a:ext>
              </a:extLst>
            </p:cNvPr>
            <p:cNvSpPr/>
            <p:nvPr/>
          </p:nvSpPr>
          <p:spPr>
            <a:xfrm>
              <a:off x="48768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95C8368-AC47-F642-8D58-7F0E5003FE78}"/>
                </a:ext>
              </a:extLst>
            </p:cNvPr>
            <p:cNvSpPr/>
            <p:nvPr/>
          </p:nvSpPr>
          <p:spPr>
            <a:xfrm>
              <a:off x="14478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0C5CD63-7131-B349-B6FE-027B162B12FD}"/>
                </a:ext>
              </a:extLst>
            </p:cNvPr>
            <p:cNvSpPr/>
            <p:nvPr/>
          </p:nvSpPr>
          <p:spPr>
            <a:xfrm>
              <a:off x="14478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BD5BC81-394A-7F47-8BF7-B4958D55AFAB}"/>
                </a:ext>
              </a:extLst>
            </p:cNvPr>
            <p:cNvSpPr/>
            <p:nvPr/>
          </p:nvSpPr>
          <p:spPr>
            <a:xfrm>
              <a:off x="30480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5031F8FD-3AA1-BC47-A066-959C915334B4}"/>
                </a:ext>
              </a:extLst>
            </p:cNvPr>
            <p:cNvSpPr/>
            <p:nvPr/>
          </p:nvSpPr>
          <p:spPr>
            <a:xfrm>
              <a:off x="30480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2B7C1AC-E9F7-8646-97C8-8DFDF781E32F}"/>
                </a:ext>
              </a:extLst>
            </p:cNvPr>
            <p:cNvSpPr/>
            <p:nvPr/>
          </p:nvSpPr>
          <p:spPr>
            <a:xfrm>
              <a:off x="44196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D6EDB37-DCCC-6347-837D-A46992604BB3}"/>
                </a:ext>
              </a:extLst>
            </p:cNvPr>
            <p:cNvSpPr/>
            <p:nvPr/>
          </p:nvSpPr>
          <p:spPr>
            <a:xfrm>
              <a:off x="16764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F34F46D-455D-2042-882F-5B10F1D76B13}"/>
                </a:ext>
              </a:extLst>
            </p:cNvPr>
            <p:cNvSpPr/>
            <p:nvPr/>
          </p:nvSpPr>
          <p:spPr>
            <a:xfrm>
              <a:off x="16764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A35F91C-ADCA-F046-8DAA-672FE6A085C9}"/>
                </a:ext>
              </a:extLst>
            </p:cNvPr>
            <p:cNvSpPr/>
            <p:nvPr/>
          </p:nvSpPr>
          <p:spPr>
            <a:xfrm>
              <a:off x="32766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EB39AF28-7D2C-8942-BE62-B0DEAD51644F}"/>
                </a:ext>
              </a:extLst>
            </p:cNvPr>
            <p:cNvSpPr/>
            <p:nvPr/>
          </p:nvSpPr>
          <p:spPr>
            <a:xfrm>
              <a:off x="32766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7ADCB37-40B5-DC46-B159-28B9C75742F0}"/>
                </a:ext>
              </a:extLst>
            </p:cNvPr>
            <p:cNvSpPr/>
            <p:nvPr/>
          </p:nvSpPr>
          <p:spPr>
            <a:xfrm>
              <a:off x="46482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24B68EF-6752-2044-A940-197E5D6D5F59}"/>
                </a:ext>
              </a:extLst>
            </p:cNvPr>
            <p:cNvSpPr/>
            <p:nvPr/>
          </p:nvSpPr>
          <p:spPr>
            <a:xfrm>
              <a:off x="19050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1E267EFD-67D0-B448-AA66-514F68ED4F8A}"/>
                </a:ext>
              </a:extLst>
            </p:cNvPr>
            <p:cNvSpPr/>
            <p:nvPr/>
          </p:nvSpPr>
          <p:spPr>
            <a:xfrm>
              <a:off x="19050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5635DDC-CB52-5F43-B670-8E8B043BF53F}"/>
                </a:ext>
              </a:extLst>
            </p:cNvPr>
            <p:cNvSpPr/>
            <p:nvPr/>
          </p:nvSpPr>
          <p:spPr>
            <a:xfrm>
              <a:off x="28194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CFF6CEDE-A199-8746-A1E1-43AFDF6A1C29}"/>
                </a:ext>
              </a:extLst>
            </p:cNvPr>
            <p:cNvSpPr/>
            <p:nvPr/>
          </p:nvSpPr>
          <p:spPr>
            <a:xfrm>
              <a:off x="35052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498D8F3-193E-A540-8D22-48B3C320B32E}"/>
                </a:ext>
              </a:extLst>
            </p:cNvPr>
            <p:cNvSpPr/>
            <p:nvPr/>
          </p:nvSpPr>
          <p:spPr>
            <a:xfrm>
              <a:off x="41910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3DC1A32B-58C0-B04B-BF36-F28606BBA5BD}"/>
                </a:ext>
              </a:extLst>
            </p:cNvPr>
            <p:cNvSpPr/>
            <p:nvPr/>
          </p:nvSpPr>
          <p:spPr>
            <a:xfrm>
              <a:off x="2133600" y="1371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5AA4CBD-1F38-9E4D-8176-371C1B1EC2CB}"/>
                </a:ext>
              </a:extLst>
            </p:cNvPr>
            <p:cNvSpPr/>
            <p:nvPr/>
          </p:nvSpPr>
          <p:spPr>
            <a:xfrm>
              <a:off x="2133600" y="3733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BFC7492-25AF-D14D-8A48-F30807553DDB}"/>
                </a:ext>
              </a:extLst>
            </p:cNvPr>
            <p:cNvSpPr/>
            <p:nvPr/>
          </p:nvSpPr>
          <p:spPr>
            <a:xfrm>
              <a:off x="3505200" y="1371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BFDDD48-806F-2748-A36E-8696E1844A3F}"/>
                </a:ext>
              </a:extLst>
            </p:cNvPr>
            <p:cNvSpPr/>
            <p:nvPr/>
          </p:nvSpPr>
          <p:spPr>
            <a:xfrm>
              <a:off x="2819400" y="3733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F714D0A-26C7-7542-8662-3F1A2C702D74}"/>
                </a:ext>
              </a:extLst>
            </p:cNvPr>
            <p:cNvSpPr/>
            <p:nvPr/>
          </p:nvSpPr>
          <p:spPr>
            <a:xfrm>
              <a:off x="4876800" y="1371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F2CEFF1-F14F-FB4A-A497-4192DDA93411}"/>
                </a:ext>
              </a:extLst>
            </p:cNvPr>
            <p:cNvSpPr/>
            <p:nvPr/>
          </p:nvSpPr>
          <p:spPr>
            <a:xfrm>
              <a:off x="14478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16950BD-4C0A-6B4F-99B4-6256401FA809}"/>
                </a:ext>
              </a:extLst>
            </p:cNvPr>
            <p:cNvSpPr/>
            <p:nvPr/>
          </p:nvSpPr>
          <p:spPr>
            <a:xfrm>
              <a:off x="14478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94DCD13B-9ED9-C14A-BE39-80C891CC2DCF}"/>
                </a:ext>
              </a:extLst>
            </p:cNvPr>
            <p:cNvSpPr/>
            <p:nvPr/>
          </p:nvSpPr>
          <p:spPr>
            <a:xfrm>
              <a:off x="30480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8C872CE-E8C9-E043-A822-100147C50493}"/>
                </a:ext>
              </a:extLst>
            </p:cNvPr>
            <p:cNvSpPr/>
            <p:nvPr/>
          </p:nvSpPr>
          <p:spPr>
            <a:xfrm>
              <a:off x="30480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CA9E8DD2-143F-3E49-A23A-501A19B1F3D7}"/>
                </a:ext>
              </a:extLst>
            </p:cNvPr>
            <p:cNvSpPr/>
            <p:nvPr/>
          </p:nvSpPr>
          <p:spPr>
            <a:xfrm>
              <a:off x="44196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FEC6A502-7202-E84B-85F0-9063F894D461}"/>
                </a:ext>
              </a:extLst>
            </p:cNvPr>
            <p:cNvSpPr/>
            <p:nvPr/>
          </p:nvSpPr>
          <p:spPr>
            <a:xfrm>
              <a:off x="16764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474AD550-F532-F74D-8E96-3DFD8E99DC4B}"/>
                </a:ext>
              </a:extLst>
            </p:cNvPr>
            <p:cNvSpPr/>
            <p:nvPr/>
          </p:nvSpPr>
          <p:spPr>
            <a:xfrm>
              <a:off x="16764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11E26D2-3F24-CF48-A651-6503E56D151E}"/>
                </a:ext>
              </a:extLst>
            </p:cNvPr>
            <p:cNvSpPr/>
            <p:nvPr/>
          </p:nvSpPr>
          <p:spPr>
            <a:xfrm>
              <a:off x="32766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9B377848-3A45-9444-B911-2E3C78ED84D4}"/>
                </a:ext>
              </a:extLst>
            </p:cNvPr>
            <p:cNvSpPr/>
            <p:nvPr/>
          </p:nvSpPr>
          <p:spPr>
            <a:xfrm>
              <a:off x="32766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BE12C6C9-11EB-1B4D-BD2A-4127576E9652}"/>
                </a:ext>
              </a:extLst>
            </p:cNvPr>
            <p:cNvSpPr/>
            <p:nvPr/>
          </p:nvSpPr>
          <p:spPr>
            <a:xfrm>
              <a:off x="46482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C90C1D4-1857-7E4A-9438-B9F5B46330D2}"/>
                </a:ext>
              </a:extLst>
            </p:cNvPr>
            <p:cNvSpPr/>
            <p:nvPr/>
          </p:nvSpPr>
          <p:spPr>
            <a:xfrm>
              <a:off x="19050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553DA93-983F-F34D-B884-013E21EE5413}"/>
                </a:ext>
              </a:extLst>
            </p:cNvPr>
            <p:cNvSpPr/>
            <p:nvPr/>
          </p:nvSpPr>
          <p:spPr>
            <a:xfrm>
              <a:off x="19050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923A296-1FB5-9441-B169-2274D6682DC1}"/>
                </a:ext>
              </a:extLst>
            </p:cNvPr>
            <p:cNvSpPr/>
            <p:nvPr/>
          </p:nvSpPr>
          <p:spPr>
            <a:xfrm>
              <a:off x="28194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9B68A020-B73C-4543-9773-114C1B723AEA}"/>
                </a:ext>
              </a:extLst>
            </p:cNvPr>
            <p:cNvSpPr/>
            <p:nvPr/>
          </p:nvSpPr>
          <p:spPr>
            <a:xfrm>
              <a:off x="35052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7736F7A-1CFA-634F-8FCF-3BEC59838AE0}"/>
                </a:ext>
              </a:extLst>
            </p:cNvPr>
            <p:cNvSpPr/>
            <p:nvPr/>
          </p:nvSpPr>
          <p:spPr>
            <a:xfrm>
              <a:off x="41910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1CCBA7DF-FDB5-9549-94EA-CC0FA31DF437}"/>
                </a:ext>
              </a:extLst>
            </p:cNvPr>
            <p:cNvSpPr/>
            <p:nvPr/>
          </p:nvSpPr>
          <p:spPr>
            <a:xfrm>
              <a:off x="2133600" y="1600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A523991B-155D-404E-AD01-B866EEEC1426}"/>
                </a:ext>
              </a:extLst>
            </p:cNvPr>
            <p:cNvSpPr/>
            <p:nvPr/>
          </p:nvSpPr>
          <p:spPr>
            <a:xfrm>
              <a:off x="2133600" y="3962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5CE0088D-876D-2645-8B97-58460A210681}"/>
                </a:ext>
              </a:extLst>
            </p:cNvPr>
            <p:cNvSpPr/>
            <p:nvPr/>
          </p:nvSpPr>
          <p:spPr>
            <a:xfrm>
              <a:off x="3505200" y="1600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6584A9A-D5D9-3748-AE9A-22D7A3D507C5}"/>
                </a:ext>
              </a:extLst>
            </p:cNvPr>
            <p:cNvSpPr/>
            <p:nvPr/>
          </p:nvSpPr>
          <p:spPr>
            <a:xfrm>
              <a:off x="2819400" y="3962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3434C358-92C9-8A42-9B73-F3142DA92F66}"/>
                </a:ext>
              </a:extLst>
            </p:cNvPr>
            <p:cNvSpPr/>
            <p:nvPr/>
          </p:nvSpPr>
          <p:spPr>
            <a:xfrm>
              <a:off x="4876800" y="1600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D8F4E8D-D74C-9F4C-ADDE-2FAA7EA624AE}"/>
                </a:ext>
              </a:extLst>
            </p:cNvPr>
            <p:cNvSpPr/>
            <p:nvPr/>
          </p:nvSpPr>
          <p:spPr>
            <a:xfrm>
              <a:off x="14478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069C1F6D-C241-044E-A541-ACC7813B89D2}"/>
                </a:ext>
              </a:extLst>
            </p:cNvPr>
            <p:cNvSpPr/>
            <p:nvPr/>
          </p:nvSpPr>
          <p:spPr>
            <a:xfrm>
              <a:off x="14478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E23DBC-8F10-E246-9392-63DA9CC10B4B}"/>
                </a:ext>
              </a:extLst>
            </p:cNvPr>
            <p:cNvSpPr/>
            <p:nvPr/>
          </p:nvSpPr>
          <p:spPr>
            <a:xfrm>
              <a:off x="30480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12FFDB18-6118-354E-82B2-32E0B4579F7D}"/>
                </a:ext>
              </a:extLst>
            </p:cNvPr>
            <p:cNvSpPr/>
            <p:nvPr/>
          </p:nvSpPr>
          <p:spPr>
            <a:xfrm>
              <a:off x="30480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16F25D53-3512-8847-B211-F49ACD89784C}"/>
                </a:ext>
              </a:extLst>
            </p:cNvPr>
            <p:cNvSpPr/>
            <p:nvPr/>
          </p:nvSpPr>
          <p:spPr>
            <a:xfrm>
              <a:off x="44196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C31106A1-978F-A847-A43D-3946DF98A3DE}"/>
                </a:ext>
              </a:extLst>
            </p:cNvPr>
            <p:cNvSpPr/>
            <p:nvPr/>
          </p:nvSpPr>
          <p:spPr>
            <a:xfrm>
              <a:off x="16764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FC9A3622-549F-4E4A-808A-F5E205747E10}"/>
                </a:ext>
              </a:extLst>
            </p:cNvPr>
            <p:cNvSpPr/>
            <p:nvPr/>
          </p:nvSpPr>
          <p:spPr>
            <a:xfrm>
              <a:off x="16764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E9421D43-16A5-644F-8150-FB8DA0562F65}"/>
                </a:ext>
              </a:extLst>
            </p:cNvPr>
            <p:cNvSpPr/>
            <p:nvPr/>
          </p:nvSpPr>
          <p:spPr>
            <a:xfrm>
              <a:off x="32766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212A3D6D-CD13-9B43-8B9B-F1A43D5A9D41}"/>
                </a:ext>
              </a:extLst>
            </p:cNvPr>
            <p:cNvSpPr/>
            <p:nvPr/>
          </p:nvSpPr>
          <p:spPr>
            <a:xfrm>
              <a:off x="32766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6F07FE47-825B-0848-BFE9-55B3907A4AE5}"/>
                </a:ext>
              </a:extLst>
            </p:cNvPr>
            <p:cNvSpPr/>
            <p:nvPr/>
          </p:nvSpPr>
          <p:spPr>
            <a:xfrm>
              <a:off x="46482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49C604C1-EFD8-0643-B95F-E36B78CCA3ED}"/>
                </a:ext>
              </a:extLst>
            </p:cNvPr>
            <p:cNvSpPr/>
            <p:nvPr/>
          </p:nvSpPr>
          <p:spPr>
            <a:xfrm>
              <a:off x="19050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D583A0D7-AF4C-BD4D-9DB0-E648C4E9DC13}"/>
                </a:ext>
              </a:extLst>
            </p:cNvPr>
            <p:cNvSpPr/>
            <p:nvPr/>
          </p:nvSpPr>
          <p:spPr>
            <a:xfrm>
              <a:off x="19050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AB6341C5-C96B-3D4D-BA28-DADFC7E7481F}"/>
                </a:ext>
              </a:extLst>
            </p:cNvPr>
            <p:cNvSpPr/>
            <p:nvPr/>
          </p:nvSpPr>
          <p:spPr>
            <a:xfrm>
              <a:off x="28194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415F74FD-544D-8741-8485-FC2876F58105}"/>
                </a:ext>
              </a:extLst>
            </p:cNvPr>
            <p:cNvSpPr/>
            <p:nvPr/>
          </p:nvSpPr>
          <p:spPr>
            <a:xfrm>
              <a:off x="35052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A99017B6-7EA2-B740-AC7C-F1783507024A}"/>
                </a:ext>
              </a:extLst>
            </p:cNvPr>
            <p:cNvSpPr/>
            <p:nvPr/>
          </p:nvSpPr>
          <p:spPr>
            <a:xfrm>
              <a:off x="41910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64E62364-4490-3347-8CBB-44D0E5FB32AD}"/>
                </a:ext>
              </a:extLst>
            </p:cNvPr>
            <p:cNvSpPr/>
            <p:nvPr/>
          </p:nvSpPr>
          <p:spPr>
            <a:xfrm>
              <a:off x="2133600" y="1828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39E7343A-D845-0D46-91CF-AE94D17DD634}"/>
                </a:ext>
              </a:extLst>
            </p:cNvPr>
            <p:cNvSpPr/>
            <p:nvPr/>
          </p:nvSpPr>
          <p:spPr>
            <a:xfrm>
              <a:off x="2133600" y="4191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7E025BD9-9701-264C-8AF4-EFE503B57A2D}"/>
                </a:ext>
              </a:extLst>
            </p:cNvPr>
            <p:cNvSpPr/>
            <p:nvPr/>
          </p:nvSpPr>
          <p:spPr>
            <a:xfrm>
              <a:off x="3505200" y="1828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A713EEF-F074-F94D-9470-ED1B9D6AF797}"/>
                </a:ext>
              </a:extLst>
            </p:cNvPr>
            <p:cNvSpPr/>
            <p:nvPr/>
          </p:nvSpPr>
          <p:spPr>
            <a:xfrm>
              <a:off x="2819400" y="4191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00F5B01-4862-644A-97D1-49998D87CA23}"/>
                </a:ext>
              </a:extLst>
            </p:cNvPr>
            <p:cNvSpPr/>
            <p:nvPr/>
          </p:nvSpPr>
          <p:spPr>
            <a:xfrm>
              <a:off x="4876800" y="1828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F80AA9F8-181F-CD42-B12B-053DBD39BD53}"/>
                </a:ext>
              </a:extLst>
            </p:cNvPr>
            <p:cNvSpPr/>
            <p:nvPr/>
          </p:nvSpPr>
          <p:spPr>
            <a:xfrm>
              <a:off x="14478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68E0CA26-20E5-6846-9FF0-7337D05D0469}"/>
                </a:ext>
              </a:extLst>
            </p:cNvPr>
            <p:cNvSpPr/>
            <p:nvPr/>
          </p:nvSpPr>
          <p:spPr>
            <a:xfrm>
              <a:off x="14478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6F9E8B6D-9F53-6D46-A1A4-014E35A9F390}"/>
                </a:ext>
              </a:extLst>
            </p:cNvPr>
            <p:cNvSpPr/>
            <p:nvPr/>
          </p:nvSpPr>
          <p:spPr>
            <a:xfrm>
              <a:off x="30480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4C5DA698-4167-9D4A-AEF0-EF31A5BAABC8}"/>
                </a:ext>
              </a:extLst>
            </p:cNvPr>
            <p:cNvSpPr/>
            <p:nvPr/>
          </p:nvSpPr>
          <p:spPr>
            <a:xfrm>
              <a:off x="30480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E5820767-B83C-7C49-B4FF-8611D342DE12}"/>
                </a:ext>
              </a:extLst>
            </p:cNvPr>
            <p:cNvSpPr/>
            <p:nvPr/>
          </p:nvSpPr>
          <p:spPr>
            <a:xfrm>
              <a:off x="44196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B70E3039-9F25-0144-8674-FACBEF9EB429}"/>
                </a:ext>
              </a:extLst>
            </p:cNvPr>
            <p:cNvSpPr/>
            <p:nvPr/>
          </p:nvSpPr>
          <p:spPr>
            <a:xfrm>
              <a:off x="16764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D697DF0-AD9E-BC4F-ABC1-9077728BEC01}"/>
                </a:ext>
              </a:extLst>
            </p:cNvPr>
            <p:cNvSpPr/>
            <p:nvPr/>
          </p:nvSpPr>
          <p:spPr>
            <a:xfrm>
              <a:off x="16764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56FE6564-9FA4-4545-A552-AB4428948209}"/>
                </a:ext>
              </a:extLst>
            </p:cNvPr>
            <p:cNvSpPr/>
            <p:nvPr/>
          </p:nvSpPr>
          <p:spPr>
            <a:xfrm>
              <a:off x="32766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796EB1B2-887F-6F47-8ED5-272FF9C98A10}"/>
                </a:ext>
              </a:extLst>
            </p:cNvPr>
            <p:cNvSpPr/>
            <p:nvPr/>
          </p:nvSpPr>
          <p:spPr>
            <a:xfrm>
              <a:off x="32766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D7CE88AD-D1FD-394D-8D2F-9BF504992D66}"/>
                </a:ext>
              </a:extLst>
            </p:cNvPr>
            <p:cNvSpPr/>
            <p:nvPr/>
          </p:nvSpPr>
          <p:spPr>
            <a:xfrm>
              <a:off x="46482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A47C89B7-04A1-1A4D-A330-C144AA838C7E}"/>
                </a:ext>
              </a:extLst>
            </p:cNvPr>
            <p:cNvSpPr/>
            <p:nvPr/>
          </p:nvSpPr>
          <p:spPr>
            <a:xfrm>
              <a:off x="19050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8C7E891B-8D40-DD42-AFC4-F78533A31EA8}"/>
                </a:ext>
              </a:extLst>
            </p:cNvPr>
            <p:cNvSpPr/>
            <p:nvPr/>
          </p:nvSpPr>
          <p:spPr>
            <a:xfrm>
              <a:off x="19050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0FE0377C-C045-FD4F-8E1A-DD6F9265B0F0}"/>
                </a:ext>
              </a:extLst>
            </p:cNvPr>
            <p:cNvSpPr/>
            <p:nvPr/>
          </p:nvSpPr>
          <p:spPr>
            <a:xfrm>
              <a:off x="28194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6D395DD6-C033-C741-B631-6165E594CE92}"/>
                </a:ext>
              </a:extLst>
            </p:cNvPr>
            <p:cNvSpPr/>
            <p:nvPr/>
          </p:nvSpPr>
          <p:spPr>
            <a:xfrm>
              <a:off x="35052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941390A0-0821-7048-9B90-6ED8CDF96CA3}"/>
                </a:ext>
              </a:extLst>
            </p:cNvPr>
            <p:cNvSpPr/>
            <p:nvPr/>
          </p:nvSpPr>
          <p:spPr>
            <a:xfrm>
              <a:off x="41910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1D22DB7-FE31-7F4D-A20E-A64C8D8A6CAE}"/>
                </a:ext>
              </a:extLst>
            </p:cNvPr>
            <p:cNvSpPr/>
            <p:nvPr/>
          </p:nvSpPr>
          <p:spPr>
            <a:xfrm>
              <a:off x="2133600" y="2057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3D7377C1-3A2B-5F4D-BD17-8C486A689022}"/>
                </a:ext>
              </a:extLst>
            </p:cNvPr>
            <p:cNvSpPr/>
            <p:nvPr/>
          </p:nvSpPr>
          <p:spPr>
            <a:xfrm>
              <a:off x="2133600" y="4419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2A65DEE-1155-384C-A30D-92908BB17811}"/>
                </a:ext>
              </a:extLst>
            </p:cNvPr>
            <p:cNvSpPr/>
            <p:nvPr/>
          </p:nvSpPr>
          <p:spPr>
            <a:xfrm>
              <a:off x="3505200" y="2057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9720A987-7C35-2C4C-BDEC-EA4FCBD07B12}"/>
                </a:ext>
              </a:extLst>
            </p:cNvPr>
            <p:cNvSpPr/>
            <p:nvPr/>
          </p:nvSpPr>
          <p:spPr>
            <a:xfrm>
              <a:off x="2819400" y="4419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463D14E8-B5E5-524A-B0F5-3C45FEDFBF29}"/>
                </a:ext>
              </a:extLst>
            </p:cNvPr>
            <p:cNvSpPr/>
            <p:nvPr/>
          </p:nvSpPr>
          <p:spPr>
            <a:xfrm>
              <a:off x="4876800" y="2057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64225861-14EE-8745-9980-11D9498460A7}"/>
                </a:ext>
              </a:extLst>
            </p:cNvPr>
            <p:cNvSpPr/>
            <p:nvPr/>
          </p:nvSpPr>
          <p:spPr>
            <a:xfrm>
              <a:off x="14478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DE2B68E2-C3AB-4F48-8D51-F0E803A30922}"/>
                </a:ext>
              </a:extLst>
            </p:cNvPr>
            <p:cNvSpPr/>
            <p:nvPr/>
          </p:nvSpPr>
          <p:spPr>
            <a:xfrm>
              <a:off x="14478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668A339F-8F0F-7F43-A720-5BA5886A0BCC}"/>
                </a:ext>
              </a:extLst>
            </p:cNvPr>
            <p:cNvSpPr/>
            <p:nvPr/>
          </p:nvSpPr>
          <p:spPr>
            <a:xfrm>
              <a:off x="30480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18780E1-1E9F-AA43-AA55-A0E9233375BD}"/>
                </a:ext>
              </a:extLst>
            </p:cNvPr>
            <p:cNvSpPr/>
            <p:nvPr/>
          </p:nvSpPr>
          <p:spPr>
            <a:xfrm>
              <a:off x="30480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9DA99A63-7898-D546-9385-E325182F9158}"/>
                </a:ext>
              </a:extLst>
            </p:cNvPr>
            <p:cNvSpPr/>
            <p:nvPr/>
          </p:nvSpPr>
          <p:spPr>
            <a:xfrm>
              <a:off x="44196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AFA47F78-B575-E44D-9C7E-D201A2CB4410}"/>
                </a:ext>
              </a:extLst>
            </p:cNvPr>
            <p:cNvSpPr/>
            <p:nvPr/>
          </p:nvSpPr>
          <p:spPr>
            <a:xfrm>
              <a:off x="16764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84DF74E2-B577-4947-961D-048D27987DBD}"/>
                </a:ext>
              </a:extLst>
            </p:cNvPr>
            <p:cNvSpPr/>
            <p:nvPr/>
          </p:nvSpPr>
          <p:spPr>
            <a:xfrm>
              <a:off x="16764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9" name="Rectangle 108">
              <a:extLst>
                <a:ext uri="{FF2B5EF4-FFF2-40B4-BE49-F238E27FC236}">
                  <a16:creationId xmlns:a16="http://schemas.microsoft.com/office/drawing/2014/main" id="{2CD8B07E-1E0A-8140-96AC-E793E11A8324}"/>
                </a:ext>
              </a:extLst>
            </p:cNvPr>
            <p:cNvSpPr/>
            <p:nvPr/>
          </p:nvSpPr>
          <p:spPr>
            <a:xfrm>
              <a:off x="32766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0" name="Rectangle 109">
              <a:extLst>
                <a:ext uri="{FF2B5EF4-FFF2-40B4-BE49-F238E27FC236}">
                  <a16:creationId xmlns:a16="http://schemas.microsoft.com/office/drawing/2014/main" id="{732B455A-D57A-344A-B925-6E3A1CE841AB}"/>
                </a:ext>
              </a:extLst>
            </p:cNvPr>
            <p:cNvSpPr/>
            <p:nvPr/>
          </p:nvSpPr>
          <p:spPr>
            <a:xfrm>
              <a:off x="32766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CF505998-BAA6-464E-9A7E-247A545D6049}"/>
                </a:ext>
              </a:extLst>
            </p:cNvPr>
            <p:cNvSpPr/>
            <p:nvPr/>
          </p:nvSpPr>
          <p:spPr>
            <a:xfrm>
              <a:off x="46482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2" name="Rectangle 111">
              <a:extLst>
                <a:ext uri="{FF2B5EF4-FFF2-40B4-BE49-F238E27FC236}">
                  <a16:creationId xmlns:a16="http://schemas.microsoft.com/office/drawing/2014/main" id="{49397B70-CAB8-D242-B2FA-CFF831A94B0D}"/>
                </a:ext>
              </a:extLst>
            </p:cNvPr>
            <p:cNvSpPr/>
            <p:nvPr/>
          </p:nvSpPr>
          <p:spPr>
            <a:xfrm>
              <a:off x="19050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3" name="Rectangle 112">
              <a:extLst>
                <a:ext uri="{FF2B5EF4-FFF2-40B4-BE49-F238E27FC236}">
                  <a16:creationId xmlns:a16="http://schemas.microsoft.com/office/drawing/2014/main" id="{D65FA470-4F79-4E4F-B641-21740BDFF225}"/>
                </a:ext>
              </a:extLst>
            </p:cNvPr>
            <p:cNvSpPr/>
            <p:nvPr/>
          </p:nvSpPr>
          <p:spPr>
            <a:xfrm>
              <a:off x="19050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DFEF3032-0D4C-C940-8AB5-E1F6279F9D3F}"/>
                </a:ext>
              </a:extLst>
            </p:cNvPr>
            <p:cNvSpPr/>
            <p:nvPr/>
          </p:nvSpPr>
          <p:spPr>
            <a:xfrm>
              <a:off x="28194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8BC751C4-DA96-AC4B-8466-F69BEB03880B}"/>
                </a:ext>
              </a:extLst>
            </p:cNvPr>
            <p:cNvSpPr/>
            <p:nvPr/>
          </p:nvSpPr>
          <p:spPr>
            <a:xfrm>
              <a:off x="35052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BAF2CA3A-F4BD-A245-85FD-4369DE18DDF7}"/>
                </a:ext>
              </a:extLst>
            </p:cNvPr>
            <p:cNvSpPr/>
            <p:nvPr/>
          </p:nvSpPr>
          <p:spPr>
            <a:xfrm>
              <a:off x="41910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DA1ECA12-90C0-6745-9E18-3D57278DB38D}"/>
                </a:ext>
              </a:extLst>
            </p:cNvPr>
            <p:cNvSpPr/>
            <p:nvPr/>
          </p:nvSpPr>
          <p:spPr>
            <a:xfrm>
              <a:off x="2133600" y="22860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EAA2745F-9F46-524C-8487-2E16627D2153}"/>
                </a:ext>
              </a:extLst>
            </p:cNvPr>
            <p:cNvSpPr/>
            <p:nvPr/>
          </p:nvSpPr>
          <p:spPr>
            <a:xfrm>
              <a:off x="2133600" y="46482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5C39692-A908-FE4B-A906-0148E1C1F297}"/>
                </a:ext>
              </a:extLst>
            </p:cNvPr>
            <p:cNvSpPr/>
            <p:nvPr/>
          </p:nvSpPr>
          <p:spPr>
            <a:xfrm>
              <a:off x="3505200" y="2286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946AF7B6-7CAE-B541-AA5A-ACFBBC59EA76}"/>
                </a:ext>
              </a:extLst>
            </p:cNvPr>
            <p:cNvSpPr/>
            <p:nvPr/>
          </p:nvSpPr>
          <p:spPr>
            <a:xfrm>
              <a:off x="2819400" y="46482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C17E5424-21E4-8E4B-9B21-59B9EB4ABDCB}"/>
                </a:ext>
              </a:extLst>
            </p:cNvPr>
            <p:cNvSpPr/>
            <p:nvPr/>
          </p:nvSpPr>
          <p:spPr>
            <a:xfrm>
              <a:off x="4876800" y="2286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256DFFA9-536A-9D45-89F1-788751B42D73}"/>
                </a:ext>
              </a:extLst>
            </p:cNvPr>
            <p:cNvSpPr/>
            <p:nvPr/>
          </p:nvSpPr>
          <p:spPr>
            <a:xfrm>
              <a:off x="14478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6F55BB1D-2640-0D4D-BB57-31870E342493}"/>
                </a:ext>
              </a:extLst>
            </p:cNvPr>
            <p:cNvSpPr/>
            <p:nvPr/>
          </p:nvSpPr>
          <p:spPr>
            <a:xfrm>
              <a:off x="14478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606DC2D8-D001-3840-9B21-00BB0CDF5ADA}"/>
                </a:ext>
              </a:extLst>
            </p:cNvPr>
            <p:cNvSpPr/>
            <p:nvPr/>
          </p:nvSpPr>
          <p:spPr>
            <a:xfrm>
              <a:off x="30480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A8320E65-C9BC-0341-BA5A-733AFE7EBFEA}"/>
                </a:ext>
              </a:extLst>
            </p:cNvPr>
            <p:cNvSpPr/>
            <p:nvPr/>
          </p:nvSpPr>
          <p:spPr>
            <a:xfrm>
              <a:off x="30480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BA513EA8-93E9-7442-9BD0-5EC1B1BD60FF}"/>
                </a:ext>
              </a:extLst>
            </p:cNvPr>
            <p:cNvSpPr/>
            <p:nvPr/>
          </p:nvSpPr>
          <p:spPr>
            <a:xfrm>
              <a:off x="44196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26EA3E07-DF9D-634A-A6B7-8DE5AD98056F}"/>
                </a:ext>
              </a:extLst>
            </p:cNvPr>
            <p:cNvSpPr/>
            <p:nvPr/>
          </p:nvSpPr>
          <p:spPr>
            <a:xfrm>
              <a:off x="16764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B341254C-2A74-764E-B2B4-88A44212E894}"/>
                </a:ext>
              </a:extLst>
            </p:cNvPr>
            <p:cNvSpPr/>
            <p:nvPr/>
          </p:nvSpPr>
          <p:spPr>
            <a:xfrm>
              <a:off x="16764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142C5B94-2540-F243-95DA-4D9B9DE94164}"/>
                </a:ext>
              </a:extLst>
            </p:cNvPr>
            <p:cNvSpPr/>
            <p:nvPr/>
          </p:nvSpPr>
          <p:spPr>
            <a:xfrm>
              <a:off x="32766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11731C5D-AC55-F14C-B0DD-95D0BA63326B}"/>
                </a:ext>
              </a:extLst>
            </p:cNvPr>
            <p:cNvSpPr/>
            <p:nvPr/>
          </p:nvSpPr>
          <p:spPr>
            <a:xfrm>
              <a:off x="32766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8060BD7A-84B8-0D46-9EC1-6F211335ADAA}"/>
                </a:ext>
              </a:extLst>
            </p:cNvPr>
            <p:cNvSpPr/>
            <p:nvPr/>
          </p:nvSpPr>
          <p:spPr>
            <a:xfrm>
              <a:off x="46482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AEA1992F-F7F8-5341-A909-BD7D38FCCB7C}"/>
                </a:ext>
              </a:extLst>
            </p:cNvPr>
            <p:cNvSpPr/>
            <p:nvPr/>
          </p:nvSpPr>
          <p:spPr>
            <a:xfrm>
              <a:off x="19050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902C57A3-58F9-7C49-89B2-027C27853B6C}"/>
                </a:ext>
              </a:extLst>
            </p:cNvPr>
            <p:cNvSpPr/>
            <p:nvPr/>
          </p:nvSpPr>
          <p:spPr>
            <a:xfrm>
              <a:off x="19050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B9B32CF2-2C1A-FF42-B6F5-13E85851EA15}"/>
                </a:ext>
              </a:extLst>
            </p:cNvPr>
            <p:cNvSpPr/>
            <p:nvPr/>
          </p:nvSpPr>
          <p:spPr>
            <a:xfrm>
              <a:off x="28194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6666B230-8674-5849-9F90-68ABFF211CED}"/>
                </a:ext>
              </a:extLst>
            </p:cNvPr>
            <p:cNvSpPr/>
            <p:nvPr/>
          </p:nvSpPr>
          <p:spPr>
            <a:xfrm>
              <a:off x="35052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B5B779E8-99F5-BE42-B83F-C419E6810E3C}"/>
                </a:ext>
              </a:extLst>
            </p:cNvPr>
            <p:cNvSpPr/>
            <p:nvPr/>
          </p:nvSpPr>
          <p:spPr>
            <a:xfrm>
              <a:off x="41910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8F3D6349-B60B-934F-81E3-2F5FFCDF6D47}"/>
                </a:ext>
              </a:extLst>
            </p:cNvPr>
            <p:cNvSpPr/>
            <p:nvPr/>
          </p:nvSpPr>
          <p:spPr>
            <a:xfrm>
              <a:off x="2133600" y="25146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7D662560-37C6-D547-AF1E-79E7A2A25AE8}"/>
                </a:ext>
              </a:extLst>
            </p:cNvPr>
            <p:cNvSpPr/>
            <p:nvPr/>
          </p:nvSpPr>
          <p:spPr>
            <a:xfrm>
              <a:off x="2133600" y="48768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263CC40B-13FC-1148-9334-07D63FB9BB65}"/>
                </a:ext>
              </a:extLst>
            </p:cNvPr>
            <p:cNvSpPr/>
            <p:nvPr/>
          </p:nvSpPr>
          <p:spPr>
            <a:xfrm>
              <a:off x="3505200" y="25146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26126334-A20C-6148-A9A5-491062E5A403}"/>
                </a:ext>
              </a:extLst>
            </p:cNvPr>
            <p:cNvSpPr/>
            <p:nvPr/>
          </p:nvSpPr>
          <p:spPr>
            <a:xfrm>
              <a:off x="2819400" y="48768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8F9A44B2-5764-DF4D-B789-8EE9F79E3BF6}"/>
                </a:ext>
              </a:extLst>
            </p:cNvPr>
            <p:cNvSpPr/>
            <p:nvPr/>
          </p:nvSpPr>
          <p:spPr>
            <a:xfrm>
              <a:off x="4876800" y="25146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459F0FB5-318B-8346-BC44-BC4250945D8F}"/>
                </a:ext>
              </a:extLst>
            </p:cNvPr>
            <p:cNvSpPr/>
            <p:nvPr/>
          </p:nvSpPr>
          <p:spPr>
            <a:xfrm>
              <a:off x="14478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3" name="Rectangle 142">
              <a:extLst>
                <a:ext uri="{FF2B5EF4-FFF2-40B4-BE49-F238E27FC236}">
                  <a16:creationId xmlns:a16="http://schemas.microsoft.com/office/drawing/2014/main" id="{602447D2-5706-ED41-B664-140F6BA3BC2F}"/>
                </a:ext>
              </a:extLst>
            </p:cNvPr>
            <p:cNvSpPr/>
            <p:nvPr/>
          </p:nvSpPr>
          <p:spPr>
            <a:xfrm>
              <a:off x="14478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4" name="Rectangle 143">
              <a:extLst>
                <a:ext uri="{FF2B5EF4-FFF2-40B4-BE49-F238E27FC236}">
                  <a16:creationId xmlns:a16="http://schemas.microsoft.com/office/drawing/2014/main" id="{BF62EAD5-11C2-4448-8A82-3A013C9CA34B}"/>
                </a:ext>
              </a:extLst>
            </p:cNvPr>
            <p:cNvSpPr/>
            <p:nvPr/>
          </p:nvSpPr>
          <p:spPr>
            <a:xfrm>
              <a:off x="30480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5" name="Rectangle 144">
              <a:extLst>
                <a:ext uri="{FF2B5EF4-FFF2-40B4-BE49-F238E27FC236}">
                  <a16:creationId xmlns:a16="http://schemas.microsoft.com/office/drawing/2014/main" id="{6186742C-A326-6747-87FE-5F50DE1B4E8B}"/>
                </a:ext>
              </a:extLst>
            </p:cNvPr>
            <p:cNvSpPr/>
            <p:nvPr/>
          </p:nvSpPr>
          <p:spPr>
            <a:xfrm>
              <a:off x="30480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6" name="Rectangle 145">
              <a:extLst>
                <a:ext uri="{FF2B5EF4-FFF2-40B4-BE49-F238E27FC236}">
                  <a16:creationId xmlns:a16="http://schemas.microsoft.com/office/drawing/2014/main" id="{4D438319-2ED2-E347-913F-78126C29202B}"/>
                </a:ext>
              </a:extLst>
            </p:cNvPr>
            <p:cNvSpPr/>
            <p:nvPr/>
          </p:nvSpPr>
          <p:spPr>
            <a:xfrm>
              <a:off x="44196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7" name="Rectangle 146">
              <a:extLst>
                <a:ext uri="{FF2B5EF4-FFF2-40B4-BE49-F238E27FC236}">
                  <a16:creationId xmlns:a16="http://schemas.microsoft.com/office/drawing/2014/main" id="{2824721B-D519-064D-BC9C-51B5932C39B3}"/>
                </a:ext>
              </a:extLst>
            </p:cNvPr>
            <p:cNvSpPr/>
            <p:nvPr/>
          </p:nvSpPr>
          <p:spPr>
            <a:xfrm>
              <a:off x="16764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8" name="Rectangle 147">
              <a:extLst>
                <a:ext uri="{FF2B5EF4-FFF2-40B4-BE49-F238E27FC236}">
                  <a16:creationId xmlns:a16="http://schemas.microsoft.com/office/drawing/2014/main" id="{3ECB9098-F820-EA43-8D3B-A8B738F752B2}"/>
                </a:ext>
              </a:extLst>
            </p:cNvPr>
            <p:cNvSpPr/>
            <p:nvPr/>
          </p:nvSpPr>
          <p:spPr>
            <a:xfrm>
              <a:off x="16764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9" name="Rectangle 148">
              <a:extLst>
                <a:ext uri="{FF2B5EF4-FFF2-40B4-BE49-F238E27FC236}">
                  <a16:creationId xmlns:a16="http://schemas.microsoft.com/office/drawing/2014/main" id="{7B6969A8-A9E8-7C4E-87EB-213700F19163}"/>
                </a:ext>
              </a:extLst>
            </p:cNvPr>
            <p:cNvSpPr/>
            <p:nvPr/>
          </p:nvSpPr>
          <p:spPr>
            <a:xfrm>
              <a:off x="32766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9C262D85-51F1-9D45-94EF-15F06D09F0EA}"/>
                </a:ext>
              </a:extLst>
            </p:cNvPr>
            <p:cNvSpPr/>
            <p:nvPr/>
          </p:nvSpPr>
          <p:spPr>
            <a:xfrm>
              <a:off x="32766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99194135-B138-F84B-879C-2083DFA707F6}"/>
                </a:ext>
              </a:extLst>
            </p:cNvPr>
            <p:cNvSpPr/>
            <p:nvPr/>
          </p:nvSpPr>
          <p:spPr>
            <a:xfrm>
              <a:off x="46482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19E4495D-7B93-A744-8EA6-A3B2A00CC85D}"/>
                </a:ext>
              </a:extLst>
            </p:cNvPr>
            <p:cNvSpPr/>
            <p:nvPr/>
          </p:nvSpPr>
          <p:spPr>
            <a:xfrm>
              <a:off x="19050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8BC1A57F-3A34-F142-999C-624829FB84C0}"/>
                </a:ext>
              </a:extLst>
            </p:cNvPr>
            <p:cNvSpPr/>
            <p:nvPr/>
          </p:nvSpPr>
          <p:spPr>
            <a:xfrm>
              <a:off x="19050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E7032218-01E0-E445-BD72-C23B1E95B432}"/>
                </a:ext>
              </a:extLst>
            </p:cNvPr>
            <p:cNvSpPr/>
            <p:nvPr/>
          </p:nvSpPr>
          <p:spPr>
            <a:xfrm>
              <a:off x="28194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0712E2D5-4930-224F-9866-F25A409D02C0}"/>
                </a:ext>
              </a:extLst>
            </p:cNvPr>
            <p:cNvSpPr/>
            <p:nvPr/>
          </p:nvSpPr>
          <p:spPr>
            <a:xfrm>
              <a:off x="35052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5BAB7B67-F464-D04E-A291-D25F22849601}"/>
                </a:ext>
              </a:extLst>
            </p:cNvPr>
            <p:cNvSpPr/>
            <p:nvPr/>
          </p:nvSpPr>
          <p:spPr>
            <a:xfrm>
              <a:off x="41910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447B9F13-1FA7-D945-8C3D-2B199F30D5E9}"/>
                </a:ext>
              </a:extLst>
            </p:cNvPr>
            <p:cNvSpPr/>
            <p:nvPr/>
          </p:nvSpPr>
          <p:spPr>
            <a:xfrm>
              <a:off x="2133600" y="27432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8" name="Rectangle 157">
              <a:extLst>
                <a:ext uri="{FF2B5EF4-FFF2-40B4-BE49-F238E27FC236}">
                  <a16:creationId xmlns:a16="http://schemas.microsoft.com/office/drawing/2014/main" id="{60BCC20C-857D-7D42-B64E-A72F2C806713}"/>
                </a:ext>
              </a:extLst>
            </p:cNvPr>
            <p:cNvSpPr/>
            <p:nvPr/>
          </p:nvSpPr>
          <p:spPr>
            <a:xfrm>
              <a:off x="2133600" y="51054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9" name="Rectangle 158">
              <a:extLst>
                <a:ext uri="{FF2B5EF4-FFF2-40B4-BE49-F238E27FC236}">
                  <a16:creationId xmlns:a16="http://schemas.microsoft.com/office/drawing/2014/main" id="{220307A4-43F8-0E48-8599-2C0C2DB8BF7A}"/>
                </a:ext>
              </a:extLst>
            </p:cNvPr>
            <p:cNvSpPr/>
            <p:nvPr/>
          </p:nvSpPr>
          <p:spPr>
            <a:xfrm>
              <a:off x="3505200" y="27432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0" name="Rectangle 159">
              <a:extLst>
                <a:ext uri="{FF2B5EF4-FFF2-40B4-BE49-F238E27FC236}">
                  <a16:creationId xmlns:a16="http://schemas.microsoft.com/office/drawing/2014/main" id="{A2705A20-88EE-1949-AFA5-B314CB6DB29D}"/>
                </a:ext>
              </a:extLst>
            </p:cNvPr>
            <p:cNvSpPr/>
            <p:nvPr/>
          </p:nvSpPr>
          <p:spPr>
            <a:xfrm>
              <a:off x="2819400" y="51054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FB12169F-8B63-194D-B980-F5067CCEA1C5}"/>
                </a:ext>
              </a:extLst>
            </p:cNvPr>
            <p:cNvSpPr/>
            <p:nvPr/>
          </p:nvSpPr>
          <p:spPr>
            <a:xfrm>
              <a:off x="4876800" y="27432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2" name="Rectangle 161">
              <a:extLst>
                <a:ext uri="{FF2B5EF4-FFF2-40B4-BE49-F238E27FC236}">
                  <a16:creationId xmlns:a16="http://schemas.microsoft.com/office/drawing/2014/main" id="{FF8DFE93-9553-3A43-BFEE-8A447317E760}"/>
                </a:ext>
              </a:extLst>
            </p:cNvPr>
            <p:cNvSpPr/>
            <p:nvPr/>
          </p:nvSpPr>
          <p:spPr>
            <a:xfrm>
              <a:off x="14478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3" name="Rectangle 162">
              <a:extLst>
                <a:ext uri="{FF2B5EF4-FFF2-40B4-BE49-F238E27FC236}">
                  <a16:creationId xmlns:a16="http://schemas.microsoft.com/office/drawing/2014/main" id="{C17DD2C7-94F8-4545-8094-465E3C6CA39E}"/>
                </a:ext>
              </a:extLst>
            </p:cNvPr>
            <p:cNvSpPr/>
            <p:nvPr/>
          </p:nvSpPr>
          <p:spPr>
            <a:xfrm>
              <a:off x="14478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4" name="Rectangle 163">
              <a:extLst>
                <a:ext uri="{FF2B5EF4-FFF2-40B4-BE49-F238E27FC236}">
                  <a16:creationId xmlns:a16="http://schemas.microsoft.com/office/drawing/2014/main" id="{D64003E9-8234-A349-96F1-4BD1D3F32E1F}"/>
                </a:ext>
              </a:extLst>
            </p:cNvPr>
            <p:cNvSpPr/>
            <p:nvPr/>
          </p:nvSpPr>
          <p:spPr>
            <a:xfrm>
              <a:off x="30480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5" name="Rectangle 164">
              <a:extLst>
                <a:ext uri="{FF2B5EF4-FFF2-40B4-BE49-F238E27FC236}">
                  <a16:creationId xmlns:a16="http://schemas.microsoft.com/office/drawing/2014/main" id="{C13E5957-2EC3-994D-9635-6107CEC44700}"/>
                </a:ext>
              </a:extLst>
            </p:cNvPr>
            <p:cNvSpPr/>
            <p:nvPr/>
          </p:nvSpPr>
          <p:spPr>
            <a:xfrm>
              <a:off x="30480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C9189CF8-2ABE-5346-8AE2-934B960E4F7F}"/>
                </a:ext>
              </a:extLst>
            </p:cNvPr>
            <p:cNvSpPr/>
            <p:nvPr/>
          </p:nvSpPr>
          <p:spPr>
            <a:xfrm>
              <a:off x="44196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7" name="Rectangle 166">
              <a:extLst>
                <a:ext uri="{FF2B5EF4-FFF2-40B4-BE49-F238E27FC236}">
                  <a16:creationId xmlns:a16="http://schemas.microsoft.com/office/drawing/2014/main" id="{0EF5C883-A4BC-C640-9C05-21131F8F7FA9}"/>
                </a:ext>
              </a:extLst>
            </p:cNvPr>
            <p:cNvSpPr/>
            <p:nvPr/>
          </p:nvSpPr>
          <p:spPr>
            <a:xfrm>
              <a:off x="16764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84D66DB7-2449-5E48-B0DA-F8AFC210101B}"/>
                </a:ext>
              </a:extLst>
            </p:cNvPr>
            <p:cNvSpPr/>
            <p:nvPr/>
          </p:nvSpPr>
          <p:spPr>
            <a:xfrm>
              <a:off x="16764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9" name="Rectangle 168">
              <a:extLst>
                <a:ext uri="{FF2B5EF4-FFF2-40B4-BE49-F238E27FC236}">
                  <a16:creationId xmlns:a16="http://schemas.microsoft.com/office/drawing/2014/main" id="{7270C133-D587-2840-9070-36EE280839E6}"/>
                </a:ext>
              </a:extLst>
            </p:cNvPr>
            <p:cNvSpPr/>
            <p:nvPr/>
          </p:nvSpPr>
          <p:spPr>
            <a:xfrm>
              <a:off x="32766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B5388C2A-EDCA-E147-BF07-E59C22D3A720}"/>
                </a:ext>
              </a:extLst>
            </p:cNvPr>
            <p:cNvSpPr/>
            <p:nvPr/>
          </p:nvSpPr>
          <p:spPr>
            <a:xfrm>
              <a:off x="32766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1" name="Rectangle 170">
              <a:extLst>
                <a:ext uri="{FF2B5EF4-FFF2-40B4-BE49-F238E27FC236}">
                  <a16:creationId xmlns:a16="http://schemas.microsoft.com/office/drawing/2014/main" id="{6BE82BF4-5DFA-D04E-B65B-19C76B046326}"/>
                </a:ext>
              </a:extLst>
            </p:cNvPr>
            <p:cNvSpPr/>
            <p:nvPr/>
          </p:nvSpPr>
          <p:spPr>
            <a:xfrm>
              <a:off x="46482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9DFFA25E-24AF-614C-A1BD-EC52A9502EEC}"/>
                </a:ext>
              </a:extLst>
            </p:cNvPr>
            <p:cNvSpPr/>
            <p:nvPr/>
          </p:nvSpPr>
          <p:spPr>
            <a:xfrm>
              <a:off x="19050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F0053F1D-3BB5-A843-84F7-A4F17640A687}"/>
                </a:ext>
              </a:extLst>
            </p:cNvPr>
            <p:cNvSpPr/>
            <p:nvPr/>
          </p:nvSpPr>
          <p:spPr>
            <a:xfrm>
              <a:off x="19050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203E144E-B468-0D45-BB04-3E4485FEB0D4}"/>
                </a:ext>
              </a:extLst>
            </p:cNvPr>
            <p:cNvSpPr/>
            <p:nvPr/>
          </p:nvSpPr>
          <p:spPr>
            <a:xfrm>
              <a:off x="28194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421C9427-C80C-3440-B6D4-136413D60CA7}"/>
                </a:ext>
              </a:extLst>
            </p:cNvPr>
            <p:cNvSpPr/>
            <p:nvPr/>
          </p:nvSpPr>
          <p:spPr>
            <a:xfrm>
              <a:off x="35052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7C75FFFE-DA7C-C445-91B0-8D236BE45FB3}"/>
                </a:ext>
              </a:extLst>
            </p:cNvPr>
            <p:cNvSpPr/>
            <p:nvPr/>
          </p:nvSpPr>
          <p:spPr>
            <a:xfrm>
              <a:off x="41910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7" name="Rectangle 176">
              <a:extLst>
                <a:ext uri="{FF2B5EF4-FFF2-40B4-BE49-F238E27FC236}">
                  <a16:creationId xmlns:a16="http://schemas.microsoft.com/office/drawing/2014/main" id="{E55C9CD0-8A2F-AB4D-A588-28C06D3C06CD}"/>
                </a:ext>
              </a:extLst>
            </p:cNvPr>
            <p:cNvSpPr/>
            <p:nvPr/>
          </p:nvSpPr>
          <p:spPr>
            <a:xfrm>
              <a:off x="2133600" y="29718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5073861E-6104-FE4A-97E3-C6E82E27DBED}"/>
                </a:ext>
              </a:extLst>
            </p:cNvPr>
            <p:cNvSpPr/>
            <p:nvPr/>
          </p:nvSpPr>
          <p:spPr>
            <a:xfrm>
              <a:off x="2133600" y="53340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9" name="Rectangle 178">
              <a:extLst>
                <a:ext uri="{FF2B5EF4-FFF2-40B4-BE49-F238E27FC236}">
                  <a16:creationId xmlns:a16="http://schemas.microsoft.com/office/drawing/2014/main" id="{A1C74B1E-B194-664F-8754-678D9BE83B7F}"/>
                </a:ext>
              </a:extLst>
            </p:cNvPr>
            <p:cNvSpPr/>
            <p:nvPr/>
          </p:nvSpPr>
          <p:spPr>
            <a:xfrm>
              <a:off x="3505200" y="29718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0" name="Rectangle 179">
              <a:extLst>
                <a:ext uri="{FF2B5EF4-FFF2-40B4-BE49-F238E27FC236}">
                  <a16:creationId xmlns:a16="http://schemas.microsoft.com/office/drawing/2014/main" id="{5124B2C1-FF5A-4A4A-B705-EBB7C26251DE}"/>
                </a:ext>
              </a:extLst>
            </p:cNvPr>
            <p:cNvSpPr/>
            <p:nvPr/>
          </p:nvSpPr>
          <p:spPr>
            <a:xfrm>
              <a:off x="2819400" y="53340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7BD96CE-E097-3E4E-9F81-96AAF16D01DA}"/>
                </a:ext>
              </a:extLst>
            </p:cNvPr>
            <p:cNvSpPr/>
            <p:nvPr/>
          </p:nvSpPr>
          <p:spPr>
            <a:xfrm>
              <a:off x="4876800" y="29718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2" name="Rectangle 181">
              <a:extLst>
                <a:ext uri="{FF2B5EF4-FFF2-40B4-BE49-F238E27FC236}">
                  <a16:creationId xmlns:a16="http://schemas.microsoft.com/office/drawing/2014/main" id="{40D28012-036D-E44A-9D76-49A6DC845BA8}"/>
                </a:ext>
              </a:extLst>
            </p:cNvPr>
            <p:cNvSpPr/>
            <p:nvPr/>
          </p:nvSpPr>
          <p:spPr>
            <a:xfrm>
              <a:off x="14478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3" name="Rectangle 182">
              <a:extLst>
                <a:ext uri="{FF2B5EF4-FFF2-40B4-BE49-F238E27FC236}">
                  <a16:creationId xmlns:a16="http://schemas.microsoft.com/office/drawing/2014/main" id="{3D117ECF-6CD6-174A-B3CD-1CF575DDA514}"/>
                </a:ext>
              </a:extLst>
            </p:cNvPr>
            <p:cNvSpPr/>
            <p:nvPr/>
          </p:nvSpPr>
          <p:spPr>
            <a:xfrm>
              <a:off x="14478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BD80E65C-D415-1841-9FD8-9AD0517930E5}"/>
                </a:ext>
              </a:extLst>
            </p:cNvPr>
            <p:cNvSpPr/>
            <p:nvPr/>
          </p:nvSpPr>
          <p:spPr>
            <a:xfrm>
              <a:off x="30480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5" name="Rectangle 184">
              <a:extLst>
                <a:ext uri="{FF2B5EF4-FFF2-40B4-BE49-F238E27FC236}">
                  <a16:creationId xmlns:a16="http://schemas.microsoft.com/office/drawing/2014/main" id="{BA0DA891-AA74-2C4F-AA6F-6DB5ECAA1157}"/>
                </a:ext>
              </a:extLst>
            </p:cNvPr>
            <p:cNvSpPr/>
            <p:nvPr/>
          </p:nvSpPr>
          <p:spPr>
            <a:xfrm>
              <a:off x="44196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6" name="Rectangle 185">
              <a:extLst>
                <a:ext uri="{FF2B5EF4-FFF2-40B4-BE49-F238E27FC236}">
                  <a16:creationId xmlns:a16="http://schemas.microsoft.com/office/drawing/2014/main" id="{E8F17462-2C5C-8248-86A9-A86D62D0D9C0}"/>
                </a:ext>
              </a:extLst>
            </p:cNvPr>
            <p:cNvSpPr/>
            <p:nvPr/>
          </p:nvSpPr>
          <p:spPr>
            <a:xfrm>
              <a:off x="16764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AB5FE2F3-90B5-4D4F-A021-7220059938B9}"/>
                </a:ext>
              </a:extLst>
            </p:cNvPr>
            <p:cNvSpPr/>
            <p:nvPr/>
          </p:nvSpPr>
          <p:spPr>
            <a:xfrm>
              <a:off x="32766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8" name="Rectangle 187">
              <a:extLst>
                <a:ext uri="{FF2B5EF4-FFF2-40B4-BE49-F238E27FC236}">
                  <a16:creationId xmlns:a16="http://schemas.microsoft.com/office/drawing/2014/main" id="{01B46D82-0D9A-E549-A000-E04C514BD053}"/>
                </a:ext>
              </a:extLst>
            </p:cNvPr>
            <p:cNvSpPr/>
            <p:nvPr/>
          </p:nvSpPr>
          <p:spPr>
            <a:xfrm>
              <a:off x="46482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9" name="Rectangle 188">
              <a:extLst>
                <a:ext uri="{FF2B5EF4-FFF2-40B4-BE49-F238E27FC236}">
                  <a16:creationId xmlns:a16="http://schemas.microsoft.com/office/drawing/2014/main" id="{26CBE803-AF41-4B40-B4F6-68249412594A}"/>
                </a:ext>
              </a:extLst>
            </p:cNvPr>
            <p:cNvSpPr/>
            <p:nvPr/>
          </p:nvSpPr>
          <p:spPr>
            <a:xfrm>
              <a:off x="19050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0" name="Rectangle 189">
              <a:extLst>
                <a:ext uri="{FF2B5EF4-FFF2-40B4-BE49-F238E27FC236}">
                  <a16:creationId xmlns:a16="http://schemas.microsoft.com/office/drawing/2014/main" id="{26F820E7-FC75-634F-A90A-F1DAFA34378E}"/>
                </a:ext>
              </a:extLst>
            </p:cNvPr>
            <p:cNvSpPr/>
            <p:nvPr/>
          </p:nvSpPr>
          <p:spPr>
            <a:xfrm>
              <a:off x="28194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1" name="Rectangle 190">
              <a:extLst>
                <a:ext uri="{FF2B5EF4-FFF2-40B4-BE49-F238E27FC236}">
                  <a16:creationId xmlns:a16="http://schemas.microsoft.com/office/drawing/2014/main" id="{7F559D69-FD97-D448-B596-5FB58D1284D8}"/>
                </a:ext>
              </a:extLst>
            </p:cNvPr>
            <p:cNvSpPr/>
            <p:nvPr/>
          </p:nvSpPr>
          <p:spPr>
            <a:xfrm>
              <a:off x="35052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2" name="Rectangle 191">
              <a:extLst>
                <a:ext uri="{FF2B5EF4-FFF2-40B4-BE49-F238E27FC236}">
                  <a16:creationId xmlns:a16="http://schemas.microsoft.com/office/drawing/2014/main" id="{F6F864F5-E42D-FA4E-B7F7-EFE89DE0693E}"/>
                </a:ext>
              </a:extLst>
            </p:cNvPr>
            <p:cNvSpPr/>
            <p:nvPr/>
          </p:nvSpPr>
          <p:spPr>
            <a:xfrm>
              <a:off x="41910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3" name="Rectangle 192">
              <a:extLst>
                <a:ext uri="{FF2B5EF4-FFF2-40B4-BE49-F238E27FC236}">
                  <a16:creationId xmlns:a16="http://schemas.microsoft.com/office/drawing/2014/main" id="{33030D80-7504-A64D-9229-FABC748C59DA}"/>
                </a:ext>
              </a:extLst>
            </p:cNvPr>
            <p:cNvSpPr/>
            <p:nvPr/>
          </p:nvSpPr>
          <p:spPr>
            <a:xfrm>
              <a:off x="2133600" y="3200400"/>
              <a:ext cx="228600" cy="2286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4" name="Rectangle 193">
              <a:extLst>
                <a:ext uri="{FF2B5EF4-FFF2-40B4-BE49-F238E27FC236}">
                  <a16:creationId xmlns:a16="http://schemas.microsoft.com/office/drawing/2014/main" id="{A5C484F2-E1E5-A340-B56F-7E8AF98ECFB5}"/>
                </a:ext>
              </a:extLst>
            </p:cNvPr>
            <p:cNvSpPr/>
            <p:nvPr/>
          </p:nvSpPr>
          <p:spPr>
            <a:xfrm>
              <a:off x="21336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5" name="Rectangle 194">
              <a:extLst>
                <a:ext uri="{FF2B5EF4-FFF2-40B4-BE49-F238E27FC236}">
                  <a16:creationId xmlns:a16="http://schemas.microsoft.com/office/drawing/2014/main" id="{DE71DDB6-AD20-2248-BABD-E7CD8CEB04A6}"/>
                </a:ext>
              </a:extLst>
            </p:cNvPr>
            <p:cNvSpPr/>
            <p:nvPr/>
          </p:nvSpPr>
          <p:spPr>
            <a:xfrm>
              <a:off x="3505200" y="32004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E0DFD3A6-CA8A-5349-B569-CE4448CE297C}"/>
                </a:ext>
              </a:extLst>
            </p:cNvPr>
            <p:cNvSpPr/>
            <p:nvPr/>
          </p:nvSpPr>
          <p:spPr>
            <a:xfrm>
              <a:off x="28194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7" name="Rectangle 196">
              <a:extLst>
                <a:ext uri="{FF2B5EF4-FFF2-40B4-BE49-F238E27FC236}">
                  <a16:creationId xmlns:a16="http://schemas.microsoft.com/office/drawing/2014/main" id="{B3CE9113-C80B-3B4B-AD1E-865C1002F34A}"/>
                </a:ext>
              </a:extLst>
            </p:cNvPr>
            <p:cNvSpPr/>
            <p:nvPr/>
          </p:nvSpPr>
          <p:spPr>
            <a:xfrm>
              <a:off x="4876800" y="32004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152A17AC-85D9-574A-B4FF-5D56195D112E}"/>
                </a:ext>
              </a:extLst>
            </p:cNvPr>
            <p:cNvSpPr txBox="1"/>
            <p:nvPr/>
          </p:nvSpPr>
          <p:spPr>
            <a:xfrm>
              <a:off x="609600" y="304800"/>
              <a:ext cx="230973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BSQ:  Band Sequential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52C51334-A68E-3641-BAEE-D3F7147E1FBC}"/>
                </a:ext>
              </a:extLst>
            </p:cNvPr>
            <p:cNvSpPr txBox="1"/>
            <p:nvPr/>
          </p:nvSpPr>
          <p:spPr>
            <a:xfrm>
              <a:off x="610687" y="10668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4F333E48-6E40-234F-B2B4-A7E4AF42773B}"/>
                </a:ext>
              </a:extLst>
            </p:cNvPr>
            <p:cNvSpPr txBox="1"/>
            <p:nvPr/>
          </p:nvSpPr>
          <p:spPr>
            <a:xfrm>
              <a:off x="610687" y="12954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693EDE40-01D5-2541-8CFF-F0ED83907C21}"/>
                </a:ext>
              </a:extLst>
            </p:cNvPr>
            <p:cNvSpPr txBox="1"/>
            <p:nvPr/>
          </p:nvSpPr>
          <p:spPr>
            <a:xfrm>
              <a:off x="610687" y="1524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3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30443FE1-9766-1141-8073-6BBBFA658CB6}"/>
                </a:ext>
              </a:extLst>
            </p:cNvPr>
            <p:cNvSpPr/>
            <p:nvPr/>
          </p:nvSpPr>
          <p:spPr>
            <a:xfrm>
              <a:off x="1828800" y="57912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3" name="Rectangle 202">
              <a:extLst>
                <a:ext uri="{FF2B5EF4-FFF2-40B4-BE49-F238E27FC236}">
                  <a16:creationId xmlns:a16="http://schemas.microsoft.com/office/drawing/2014/main" id="{35DC8216-45BF-FE42-B5D3-AA5080E22327}"/>
                </a:ext>
              </a:extLst>
            </p:cNvPr>
            <p:cNvSpPr/>
            <p:nvPr/>
          </p:nvSpPr>
          <p:spPr>
            <a:xfrm>
              <a:off x="3200400" y="9906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360CF094-CF46-FC48-A572-E6081DF2C0BA}"/>
                </a:ext>
              </a:extLst>
            </p:cNvPr>
            <p:cNvSpPr/>
            <p:nvPr/>
          </p:nvSpPr>
          <p:spPr>
            <a:xfrm>
              <a:off x="3200400" y="57912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7971FADC-214E-5D40-A394-8EE9E5ECC47F}"/>
                </a:ext>
              </a:extLst>
            </p:cNvPr>
            <p:cNvSpPr/>
            <p:nvPr/>
          </p:nvSpPr>
          <p:spPr>
            <a:xfrm>
              <a:off x="4572000" y="990600"/>
              <a:ext cx="152400" cy="1524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" name="TextBox 205">
              <a:extLst>
                <a:ext uri="{FF2B5EF4-FFF2-40B4-BE49-F238E27FC236}">
                  <a16:creationId xmlns:a16="http://schemas.microsoft.com/office/drawing/2014/main" id="{A12DCDCD-08DD-0045-9B8F-21769E61B657}"/>
                </a:ext>
              </a:extLst>
            </p:cNvPr>
            <p:cNvSpPr txBox="1"/>
            <p:nvPr/>
          </p:nvSpPr>
          <p:spPr>
            <a:xfrm>
              <a:off x="609600" y="34290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1</a:t>
              </a:r>
            </a:p>
          </p:txBody>
        </p:sp>
        <p:sp>
          <p:nvSpPr>
            <p:cNvPr id="207" name="TextBox 206">
              <a:extLst>
                <a:ext uri="{FF2B5EF4-FFF2-40B4-BE49-F238E27FC236}">
                  <a16:creationId xmlns:a16="http://schemas.microsoft.com/office/drawing/2014/main" id="{FA820F14-4C60-994F-87E7-514E8D778C9D}"/>
                </a:ext>
              </a:extLst>
            </p:cNvPr>
            <p:cNvSpPr txBox="1"/>
            <p:nvPr/>
          </p:nvSpPr>
          <p:spPr>
            <a:xfrm>
              <a:off x="609600" y="36576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2</a:t>
              </a:r>
            </a:p>
          </p:txBody>
        </p:sp>
        <p:sp>
          <p:nvSpPr>
            <p:cNvPr id="208" name="TextBox 207">
              <a:extLst>
                <a:ext uri="{FF2B5EF4-FFF2-40B4-BE49-F238E27FC236}">
                  <a16:creationId xmlns:a16="http://schemas.microsoft.com/office/drawing/2014/main" id="{00EFB15F-2A2D-9A47-A8A1-57656A62474A}"/>
                </a:ext>
              </a:extLst>
            </p:cNvPr>
            <p:cNvSpPr txBox="1"/>
            <p:nvPr/>
          </p:nvSpPr>
          <p:spPr>
            <a:xfrm>
              <a:off x="609600" y="3886200"/>
              <a:ext cx="76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Row 3</a:t>
              </a:r>
            </a:p>
          </p:txBody>
        </p:sp>
        <p:sp>
          <p:nvSpPr>
            <p:cNvPr id="209" name="Rectangle 208">
              <a:extLst>
                <a:ext uri="{FF2B5EF4-FFF2-40B4-BE49-F238E27FC236}">
                  <a16:creationId xmlns:a16="http://schemas.microsoft.com/office/drawing/2014/main" id="{895B3909-8435-E84A-84D0-00F2D5DADA2E}"/>
                </a:ext>
              </a:extLst>
            </p:cNvPr>
            <p:cNvSpPr/>
            <p:nvPr/>
          </p:nvSpPr>
          <p:spPr>
            <a:xfrm>
              <a:off x="30480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0" name="Rectangle 209">
              <a:extLst>
                <a:ext uri="{FF2B5EF4-FFF2-40B4-BE49-F238E27FC236}">
                  <a16:creationId xmlns:a16="http://schemas.microsoft.com/office/drawing/2014/main" id="{89D9D217-12C4-E449-8B1D-7B27CAE2046B}"/>
                </a:ext>
              </a:extLst>
            </p:cNvPr>
            <p:cNvSpPr/>
            <p:nvPr/>
          </p:nvSpPr>
          <p:spPr>
            <a:xfrm>
              <a:off x="3276600" y="1143000"/>
              <a:ext cx="228600" cy="2286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28F50BFF-B2BC-CD4E-AC11-3A73BE751DDF}"/>
                </a:ext>
              </a:extLst>
            </p:cNvPr>
            <p:cNvSpPr/>
            <p:nvPr/>
          </p:nvSpPr>
          <p:spPr>
            <a:xfrm>
              <a:off x="44196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2" name="Rectangle 211">
              <a:extLst>
                <a:ext uri="{FF2B5EF4-FFF2-40B4-BE49-F238E27FC236}">
                  <a16:creationId xmlns:a16="http://schemas.microsoft.com/office/drawing/2014/main" id="{E0FCD9EC-0A7A-9840-A694-DE346E4E47ED}"/>
                </a:ext>
              </a:extLst>
            </p:cNvPr>
            <p:cNvSpPr/>
            <p:nvPr/>
          </p:nvSpPr>
          <p:spPr>
            <a:xfrm>
              <a:off x="4648200" y="1143000"/>
              <a:ext cx="228600" cy="228600"/>
            </a:xfrm>
            <a:prstGeom prst="rect">
              <a:avLst/>
            </a:prstGeom>
            <a:solidFill>
              <a:srgbClr val="7030A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3" name="Rectangle 212">
              <a:extLst>
                <a:ext uri="{FF2B5EF4-FFF2-40B4-BE49-F238E27FC236}">
                  <a16:creationId xmlns:a16="http://schemas.microsoft.com/office/drawing/2014/main" id="{C948AB42-C2CE-9F45-8BCB-BD1965916994}"/>
                </a:ext>
              </a:extLst>
            </p:cNvPr>
            <p:cNvSpPr/>
            <p:nvPr/>
          </p:nvSpPr>
          <p:spPr>
            <a:xfrm>
              <a:off x="30480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ABE0D027-D14C-E641-B383-9C567B51138C}"/>
                </a:ext>
              </a:extLst>
            </p:cNvPr>
            <p:cNvSpPr/>
            <p:nvPr/>
          </p:nvSpPr>
          <p:spPr>
            <a:xfrm>
              <a:off x="16764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5" name="Rectangle 214">
              <a:extLst>
                <a:ext uri="{FF2B5EF4-FFF2-40B4-BE49-F238E27FC236}">
                  <a16:creationId xmlns:a16="http://schemas.microsoft.com/office/drawing/2014/main" id="{41F88A60-E1C2-2843-8EA2-57D1413C3E7C}"/>
                </a:ext>
              </a:extLst>
            </p:cNvPr>
            <p:cNvSpPr/>
            <p:nvPr/>
          </p:nvSpPr>
          <p:spPr>
            <a:xfrm>
              <a:off x="3276600" y="5562600"/>
              <a:ext cx="228600" cy="228600"/>
            </a:xfrm>
            <a:prstGeom prst="rect">
              <a:avLst/>
            </a:prstGeom>
            <a:solidFill>
              <a:srgbClr val="00B0F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6" name="Rectangle 215">
              <a:extLst>
                <a:ext uri="{FF2B5EF4-FFF2-40B4-BE49-F238E27FC236}">
                  <a16:creationId xmlns:a16="http://schemas.microsoft.com/office/drawing/2014/main" id="{E6D6EED8-17D9-C945-BA11-D77A7BD41F3F}"/>
                </a:ext>
              </a:extLst>
            </p:cNvPr>
            <p:cNvSpPr/>
            <p:nvPr/>
          </p:nvSpPr>
          <p:spPr>
            <a:xfrm>
              <a:off x="1905000" y="5562600"/>
              <a:ext cx="228600" cy="228600"/>
            </a:xfrm>
            <a:prstGeom prst="rect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217" name="Elbow Connector 216">
              <a:extLst>
                <a:ext uri="{FF2B5EF4-FFF2-40B4-BE49-F238E27FC236}">
                  <a16:creationId xmlns:a16="http://schemas.microsoft.com/office/drawing/2014/main" id="{84D0F183-E4AB-5542-AE25-DC211A108404}"/>
                </a:ext>
              </a:extLst>
            </p:cNvPr>
            <p:cNvCxnSpPr>
              <a:cxnSpLocks/>
              <a:stCxn id="202" idx="2"/>
              <a:endCxn id="203" idx="0"/>
            </p:cNvCxnSpPr>
            <p:nvPr/>
          </p:nvCxnSpPr>
          <p:spPr>
            <a:xfrm rot="5400000" flipH="1" flipV="1">
              <a:off x="114300" y="2781300"/>
              <a:ext cx="4953000" cy="1371600"/>
            </a:xfrm>
            <a:prstGeom prst="bentConnector5">
              <a:avLst>
                <a:gd name="adj1" fmla="val -4615"/>
                <a:gd name="adj2" fmla="val 50000"/>
                <a:gd name="adj3" fmla="val 104615"/>
              </a:avLst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Elbow Connector 217">
              <a:extLst>
                <a:ext uri="{FF2B5EF4-FFF2-40B4-BE49-F238E27FC236}">
                  <a16:creationId xmlns:a16="http://schemas.microsoft.com/office/drawing/2014/main" id="{31252B7F-7F54-2F48-8393-3A016493C34A}"/>
                </a:ext>
              </a:extLst>
            </p:cNvPr>
            <p:cNvCxnSpPr>
              <a:cxnSpLocks/>
              <a:stCxn id="204" idx="2"/>
              <a:endCxn id="205" idx="0"/>
            </p:cNvCxnSpPr>
            <p:nvPr/>
          </p:nvCxnSpPr>
          <p:spPr>
            <a:xfrm rot="5400000" flipH="1" flipV="1">
              <a:off x="1485900" y="2781300"/>
              <a:ext cx="4953000" cy="1371600"/>
            </a:xfrm>
            <a:prstGeom prst="bentConnector5">
              <a:avLst>
                <a:gd name="adj1" fmla="val -4615"/>
                <a:gd name="adj2" fmla="val 50000"/>
                <a:gd name="adj3" fmla="val 104615"/>
              </a:avLst>
            </a:prstGeom>
            <a:ln w="19050">
              <a:solidFill>
                <a:schemeClr val="tx1"/>
              </a:solidFill>
              <a:prstDash val="sysDash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9" name="TextBox 218">
              <a:extLst>
                <a:ext uri="{FF2B5EF4-FFF2-40B4-BE49-F238E27FC236}">
                  <a16:creationId xmlns:a16="http://schemas.microsoft.com/office/drawing/2014/main" id="{C04F51C2-8869-1C41-8F4A-0ED063256FB6}"/>
                </a:ext>
              </a:extLst>
            </p:cNvPr>
            <p:cNvSpPr txBox="1"/>
            <p:nvPr/>
          </p:nvSpPr>
          <p:spPr>
            <a:xfrm>
              <a:off x="1447800" y="1219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1</a:t>
              </a:r>
            </a:p>
          </p:txBody>
        </p:sp>
        <p:sp>
          <p:nvSpPr>
            <p:cNvPr id="220" name="TextBox 219">
              <a:extLst>
                <a:ext uri="{FF2B5EF4-FFF2-40B4-BE49-F238E27FC236}">
                  <a16:creationId xmlns:a16="http://schemas.microsoft.com/office/drawing/2014/main" id="{E7D6A704-0ABF-5049-AFB9-8353A93E7251}"/>
                </a:ext>
              </a:extLst>
            </p:cNvPr>
            <p:cNvSpPr txBox="1"/>
            <p:nvPr/>
          </p:nvSpPr>
          <p:spPr>
            <a:xfrm>
              <a:off x="1447800" y="35814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2</a:t>
              </a:r>
            </a:p>
          </p:txBody>
        </p:sp>
        <p:sp>
          <p:nvSpPr>
            <p:cNvPr id="221" name="TextBox 220">
              <a:extLst>
                <a:ext uri="{FF2B5EF4-FFF2-40B4-BE49-F238E27FC236}">
                  <a16:creationId xmlns:a16="http://schemas.microsoft.com/office/drawing/2014/main" id="{C51B66BD-FA59-3E45-B0D7-B95A789980E0}"/>
                </a:ext>
              </a:extLst>
            </p:cNvPr>
            <p:cNvSpPr txBox="1"/>
            <p:nvPr/>
          </p:nvSpPr>
          <p:spPr>
            <a:xfrm>
              <a:off x="2819400" y="1219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3</a:t>
              </a:r>
            </a:p>
          </p:txBody>
        </p:sp>
        <p:sp>
          <p:nvSpPr>
            <p:cNvPr id="222" name="TextBox 221">
              <a:extLst>
                <a:ext uri="{FF2B5EF4-FFF2-40B4-BE49-F238E27FC236}">
                  <a16:creationId xmlns:a16="http://schemas.microsoft.com/office/drawing/2014/main" id="{81E4D81F-0A35-6B49-95D0-F0C4AF5EAC88}"/>
                </a:ext>
              </a:extLst>
            </p:cNvPr>
            <p:cNvSpPr txBox="1"/>
            <p:nvPr/>
          </p:nvSpPr>
          <p:spPr>
            <a:xfrm>
              <a:off x="2819400" y="35814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4</a:t>
              </a:r>
            </a:p>
          </p:txBody>
        </p:sp>
        <p:sp>
          <p:nvSpPr>
            <p:cNvPr id="223" name="TextBox 222">
              <a:extLst>
                <a:ext uri="{FF2B5EF4-FFF2-40B4-BE49-F238E27FC236}">
                  <a16:creationId xmlns:a16="http://schemas.microsoft.com/office/drawing/2014/main" id="{CE030176-702C-BB42-88FA-60C3186A8867}"/>
                </a:ext>
              </a:extLst>
            </p:cNvPr>
            <p:cNvSpPr txBox="1"/>
            <p:nvPr/>
          </p:nvSpPr>
          <p:spPr>
            <a:xfrm>
              <a:off x="4191000" y="1219200"/>
              <a:ext cx="8338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Band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016140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141</Words>
  <Application>Microsoft Macintosh PowerPoint</Application>
  <PresentationFormat>Letter Paper (8.5x11 in)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Donnie</dc:creator>
  <cp:lastModifiedBy>Donnie</cp:lastModifiedBy>
  <cp:revision>1</cp:revision>
  <dcterms:created xsi:type="dcterms:W3CDTF">2019-08-26T16:05:46Z</dcterms:created>
  <dcterms:modified xsi:type="dcterms:W3CDTF">2019-08-26T16:13:22Z</dcterms:modified>
</cp:coreProperties>
</file>