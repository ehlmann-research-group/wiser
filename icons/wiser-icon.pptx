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Objects="1">
      <p:cViewPr>
        <p:scale>
          <a:sx n="400" d="100"/>
          <a:sy n="400" d="100"/>
        </p:scale>
        <p:origin x="-15784" y="-2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63BE-57BE-A547-82B8-86CBEBDB1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43D50-8227-7A45-A8C0-F3AD92F7E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19C7-662C-0B40-9170-8AA09AB0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E7D8-F9A9-9642-9B00-23CF4ED0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AA085-B03A-F940-8381-EBBC0B03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7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D6EC-CF85-244E-A5AB-5C09F3A0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D0139-81F7-FD43-AC75-87BF6622D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8297-6EC9-0344-9508-4BCAF3DF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86F61-217D-8749-B63C-32A516D7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0937C-50A7-FC42-8E9D-934C562A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6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2549-6C5F-134B-850B-0C5FCA853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92939-3332-7945-BBBA-EF35B6679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080D-DA48-4348-B8B2-7B0A2B0D5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04823-53E2-D44B-8FB1-1EF09214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EAA17-8F32-314C-A378-671C2A7F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6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8C5D-516B-DC45-B1C9-E3D4E24F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0FBAF-6349-1A43-85E9-62276B294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C1CF-DE52-0046-90C3-A36B7153B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71EDF-9CE9-D940-BE07-AF74AE3A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A6619-FC19-7F43-9F59-A2154BF4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52F97-2D77-BE4A-835D-3963D17D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2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DF2C-3109-2540-93A2-1822D51F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A991E-3F7A-E540-BEEC-1C7AC93E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31835-50E6-AB4F-B234-762FE7162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E96FD-CAEA-094D-BD06-87C959604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4D74-E259-284E-A5FE-6E2D604AA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6C17E-A2BD-1345-AF6F-B10E67D0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9D61B-EF23-4949-89AA-0C0C64C4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41FB9-E98B-1442-9EAA-EF13B87B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5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2E36-4D41-2C4B-9E2D-3A4C74D7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34E75-F99C-4545-8608-67BDCB47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76A1B-5A88-A546-A358-3EBFAD54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61B9B-2D8D-1F41-9015-80537C91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8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547AF-C1E2-1A4D-AE54-B8D634F3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A7990-030F-DD4C-A4C9-1B1F3A7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F00DB-5D95-B842-8F52-F76A273C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8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AF15-7D8C-CB4D-8283-9BE9C04F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708A-9551-C142-8975-55F7A152D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AE092-7F9B-8545-8AC2-F3304075C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578A1-A463-5843-AF61-9C3E2F60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1A12A-4893-FD41-BD0C-2CC231E93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01F64-6C27-204D-B481-0A15A1686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8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9C76-1D99-6E49-BC84-19CE657F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83242-168A-914A-9648-06BE58C1B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F7945-4DF7-7942-9F3F-9615854FA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D140A-280D-7F4B-B187-B6EEAFF2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03D04-5C95-A446-9170-29B687EE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F1994-9B90-F443-9235-E6868DF8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50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864A-B24E-064D-909B-39A430319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72410-3F15-AE4C-A40D-3AAFDA8D0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808C8-3759-DC48-85BF-2B68679D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7292-7F39-A141-B45F-EA59B53E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31B3A-5C68-824E-8B65-3B331652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CDB16-C97D-E846-8DAA-71ED5348D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D044F-8154-7544-9168-3A55AA2E1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8AEAE-9165-7045-8A98-C658BF0E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6EC53-B041-2A42-85E2-88CF5A6F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6289-00D8-5648-B390-F3E676AC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8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D3CCE-8AC3-B045-9ED9-F1667F4B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7222B-E360-994C-B4F7-99A87BFF3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0A5C8-0CF0-8843-8431-9F3C6A4ED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10BE6-D67D-414C-9177-52636BD72837}" type="datetimeFigureOut">
              <a:rPr lang="en-US" smtClean="0"/>
              <a:t>12/12/21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C589B-0B35-AB41-AEF9-B33C6F0E4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068A-9A2B-3A40-A198-78E928B49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2C78-1F65-0845-BD1C-5A114B631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6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4C2F97F-A160-1E45-9BB1-3155F2F477C8}"/>
              </a:ext>
            </a:extLst>
          </p:cNvPr>
          <p:cNvGrpSpPr/>
          <p:nvPr/>
        </p:nvGrpSpPr>
        <p:grpSpPr>
          <a:xfrm>
            <a:off x="4866289" y="2209800"/>
            <a:ext cx="2057399" cy="2057399"/>
            <a:chOff x="4866290" y="2209801"/>
            <a:chExt cx="775138" cy="77513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B17AFFE-F139-B34D-BE39-D94E6B650824}"/>
                </a:ext>
              </a:extLst>
            </p:cNvPr>
            <p:cNvSpPr/>
            <p:nvPr/>
          </p:nvSpPr>
          <p:spPr>
            <a:xfrm>
              <a:off x="4866290" y="2209801"/>
              <a:ext cx="775138" cy="77513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0DE5C1F-6096-054C-8488-65D8FA41A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53000" y="2286000"/>
              <a:ext cx="609600" cy="6096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FBC8F-9AD3-8241-8829-AAD7E821CF80}"/>
              </a:ext>
            </a:extLst>
          </p:cNvPr>
          <p:cNvGrpSpPr/>
          <p:nvPr/>
        </p:nvGrpSpPr>
        <p:grpSpPr>
          <a:xfrm>
            <a:off x="7162800" y="2209800"/>
            <a:ext cx="457199" cy="457199"/>
            <a:chOff x="4866290" y="2209801"/>
            <a:chExt cx="775138" cy="77513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163338C-6487-6F42-A9E7-A4B2CFACDD2C}"/>
                </a:ext>
              </a:extLst>
            </p:cNvPr>
            <p:cNvSpPr/>
            <p:nvPr/>
          </p:nvSpPr>
          <p:spPr>
            <a:xfrm>
              <a:off x="4866290" y="2209801"/>
              <a:ext cx="775138" cy="77513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6E712F0-3653-0747-B27E-CDFA4AF73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53000" y="2286000"/>
              <a:ext cx="609600" cy="6096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CAD72-2259-3246-B15D-1C996E9D3609}"/>
              </a:ext>
            </a:extLst>
          </p:cNvPr>
          <p:cNvGrpSpPr/>
          <p:nvPr/>
        </p:nvGrpSpPr>
        <p:grpSpPr>
          <a:xfrm>
            <a:off x="7848601" y="2209801"/>
            <a:ext cx="152400" cy="152400"/>
            <a:chOff x="4866290" y="2209801"/>
            <a:chExt cx="775138" cy="77513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26C6717-82F8-4F47-AAFC-1091528F1867}"/>
                </a:ext>
              </a:extLst>
            </p:cNvPr>
            <p:cNvSpPr/>
            <p:nvPr/>
          </p:nvSpPr>
          <p:spPr>
            <a:xfrm>
              <a:off x="4866290" y="2209801"/>
              <a:ext cx="775138" cy="77513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70B9B9-860E-4941-A54C-769A45784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53000" y="2286000"/>
              <a:ext cx="6096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72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Pinkston, Donald H. III (Donnie)</dc:creator>
  <cp:lastModifiedBy>Pinkston, Donald H. III (Donnie)</cp:lastModifiedBy>
  <cp:revision>1</cp:revision>
  <dcterms:created xsi:type="dcterms:W3CDTF">2021-12-12T18:37:05Z</dcterms:created>
  <dcterms:modified xsi:type="dcterms:W3CDTF">2021-12-15T01:54:28Z</dcterms:modified>
</cp:coreProperties>
</file>